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32" saveSubsetFonts="1">
  <p:sldMasterIdLst>
    <p:sldMasterId id="2147483868" r:id="rId1"/>
  </p:sldMasterIdLst>
  <p:notesMasterIdLst>
    <p:notesMasterId r:id="rId35"/>
  </p:notesMasterIdLst>
  <p:sldIdLst>
    <p:sldId id="256" r:id="rId2"/>
    <p:sldId id="257" r:id="rId3"/>
    <p:sldId id="258" r:id="rId4"/>
    <p:sldId id="259"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90" r:id="rId26"/>
    <p:sldId id="282" r:id="rId27"/>
    <p:sldId id="283" r:id="rId28"/>
    <p:sldId id="284" r:id="rId29"/>
    <p:sldId id="285" r:id="rId30"/>
    <p:sldId id="286" r:id="rId31"/>
    <p:sldId id="287" r:id="rId32"/>
    <p:sldId id="288" r:id="rId33"/>
    <p:sldId id="289" r:id="rId34"/>
  </p:sldIdLst>
  <p:sldSz cx="6858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C6AD36-7078-44BA-95C7-3F09B807E0EB}">
          <p14:sldIdLst>
            <p14:sldId id="256"/>
            <p14:sldId id="257"/>
            <p14:sldId id="258"/>
            <p14:sldId id="259"/>
          </p14:sldIdLst>
        </p14:section>
        <p14:section name="Untitled Section" id="{A6813B3B-9D5D-469D-86A8-FB1AFA6FF3DC}">
          <p14:sldIdLst>
            <p14:sldId id="261"/>
            <p14:sldId id="262"/>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90"/>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909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F45725-9AD5-4B75-B835-B898E9CFE884}" v="31" dt="2023-01-17T06:32:46.3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209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rittik Maity" userId="b88307ae11ff2132" providerId="LiveId" clId="{5CF45725-9AD5-4B75-B835-B898E9CFE884}"/>
    <pc:docChg chg="undo custSel addSld delSld modSld modMainMaster addSection modSection modNotesMaster">
      <pc:chgData name="Writtik Maity" userId="b88307ae11ff2132" providerId="LiveId" clId="{5CF45725-9AD5-4B75-B835-B898E9CFE884}" dt="2023-01-17T06:47:52.239" v="6383" actId="20577"/>
      <pc:docMkLst>
        <pc:docMk/>
      </pc:docMkLst>
      <pc:sldChg chg="modSp mod">
        <pc:chgData name="Writtik Maity" userId="b88307ae11ff2132" providerId="LiveId" clId="{5CF45725-9AD5-4B75-B835-B898E9CFE884}" dt="2023-01-10T14:36:04.780" v="6069" actId="207"/>
        <pc:sldMkLst>
          <pc:docMk/>
          <pc:sldMk cId="575235234" sldId="256"/>
        </pc:sldMkLst>
        <pc:spChg chg="mod">
          <ac:chgData name="Writtik Maity" userId="b88307ae11ff2132" providerId="LiveId" clId="{5CF45725-9AD5-4B75-B835-B898E9CFE884}" dt="2023-01-10T14:36:04.780" v="6069" actId="207"/>
          <ac:spMkLst>
            <pc:docMk/>
            <pc:sldMk cId="575235234" sldId="256"/>
            <ac:spMk id="2" creationId="{D4094372-463B-443D-A60A-32DFA0822D9D}"/>
          </ac:spMkLst>
        </pc:spChg>
        <pc:spChg chg="mod">
          <ac:chgData name="Writtik Maity" userId="b88307ae11ff2132" providerId="LiveId" clId="{5CF45725-9AD5-4B75-B835-B898E9CFE884}" dt="2023-01-10T14:29:33.883" v="6054" actId="27636"/>
          <ac:spMkLst>
            <pc:docMk/>
            <pc:sldMk cId="575235234" sldId="256"/>
            <ac:spMk id="3" creationId="{7A8FAD78-71C7-4175-8679-B24A28619B9A}"/>
          </ac:spMkLst>
        </pc:spChg>
        <pc:picChg chg="mod">
          <ac:chgData name="Writtik Maity" userId="b88307ae11ff2132" providerId="LiveId" clId="{5CF45725-9AD5-4B75-B835-B898E9CFE884}" dt="2023-01-10T14:14:40.266" v="5971"/>
          <ac:picMkLst>
            <pc:docMk/>
            <pc:sldMk cId="575235234" sldId="256"/>
            <ac:picMk id="7" creationId="{36796B64-8B09-4038-8AB5-5D3F0A01AE1E}"/>
          </ac:picMkLst>
        </pc:picChg>
        <pc:picChg chg="mod">
          <ac:chgData name="Writtik Maity" userId="b88307ae11ff2132" providerId="LiveId" clId="{5CF45725-9AD5-4B75-B835-B898E9CFE884}" dt="2023-01-10T14:14:40.266" v="5971"/>
          <ac:picMkLst>
            <pc:docMk/>
            <pc:sldMk cId="575235234" sldId="256"/>
            <ac:picMk id="11" creationId="{4E7A2E21-E4C8-42FD-85FB-7904964BF728}"/>
          </ac:picMkLst>
        </pc:picChg>
      </pc:sldChg>
      <pc:sldChg chg="modSp new mod">
        <pc:chgData name="Writtik Maity" userId="b88307ae11ff2132" providerId="LiveId" clId="{5CF45725-9AD5-4B75-B835-B898E9CFE884}" dt="2023-01-10T14:28:56.275" v="6046" actId="1076"/>
        <pc:sldMkLst>
          <pc:docMk/>
          <pc:sldMk cId="3673673171" sldId="257"/>
        </pc:sldMkLst>
        <pc:spChg chg="mod">
          <ac:chgData name="Writtik Maity" userId="b88307ae11ff2132" providerId="LiveId" clId="{5CF45725-9AD5-4B75-B835-B898E9CFE884}" dt="2023-01-10T14:28:34.294" v="6041"/>
          <ac:spMkLst>
            <pc:docMk/>
            <pc:sldMk cId="3673673171" sldId="257"/>
            <ac:spMk id="2" creationId="{541341DC-0756-4722-808B-C673488077A0}"/>
          </ac:spMkLst>
        </pc:spChg>
        <pc:spChg chg="mod">
          <ac:chgData name="Writtik Maity" userId="b88307ae11ff2132" providerId="LiveId" clId="{5CF45725-9AD5-4B75-B835-B898E9CFE884}" dt="2023-01-10T14:28:56.275" v="6046" actId="1076"/>
          <ac:spMkLst>
            <pc:docMk/>
            <pc:sldMk cId="3673673171" sldId="257"/>
            <ac:spMk id="3" creationId="{E5AD5B4D-1D8A-496B-9408-ECCA23802434}"/>
          </ac:spMkLst>
        </pc:spChg>
      </pc:sldChg>
      <pc:sldChg chg="modSp new mod">
        <pc:chgData name="Writtik Maity" userId="b88307ae11ff2132" providerId="LiveId" clId="{5CF45725-9AD5-4B75-B835-B898E9CFE884}" dt="2023-01-10T14:28:34.450" v="6044" actId="27636"/>
        <pc:sldMkLst>
          <pc:docMk/>
          <pc:sldMk cId="3522852944" sldId="258"/>
        </pc:sldMkLst>
        <pc:spChg chg="mod">
          <ac:chgData name="Writtik Maity" userId="b88307ae11ff2132" providerId="LiveId" clId="{5CF45725-9AD5-4B75-B835-B898E9CFE884}" dt="2023-01-10T14:28:34.294" v="6041"/>
          <ac:spMkLst>
            <pc:docMk/>
            <pc:sldMk cId="3522852944" sldId="258"/>
            <ac:spMk id="2" creationId="{61187547-7347-49D0-AF6C-FB67226A23C5}"/>
          </ac:spMkLst>
        </pc:spChg>
        <pc:spChg chg="mod">
          <ac:chgData name="Writtik Maity" userId="b88307ae11ff2132" providerId="LiveId" clId="{5CF45725-9AD5-4B75-B835-B898E9CFE884}" dt="2023-01-10T14:28:34.450" v="6044" actId="27636"/>
          <ac:spMkLst>
            <pc:docMk/>
            <pc:sldMk cId="3522852944" sldId="258"/>
            <ac:spMk id="3" creationId="{FF907889-8D6B-42DE-966B-5C534E6A371F}"/>
          </ac:spMkLst>
        </pc:spChg>
      </pc:sldChg>
      <pc:sldChg chg="modSp new mod setBg">
        <pc:chgData name="Writtik Maity" userId="b88307ae11ff2132" providerId="LiveId" clId="{5CF45725-9AD5-4B75-B835-B898E9CFE884}" dt="2023-01-17T06:39:47.555" v="6373" actId="313"/>
        <pc:sldMkLst>
          <pc:docMk/>
          <pc:sldMk cId="562123946" sldId="259"/>
        </pc:sldMkLst>
        <pc:spChg chg="mod">
          <ac:chgData name="Writtik Maity" userId="b88307ae11ff2132" providerId="LiveId" clId="{5CF45725-9AD5-4B75-B835-B898E9CFE884}" dt="2023-01-10T14:28:34.294" v="6041"/>
          <ac:spMkLst>
            <pc:docMk/>
            <pc:sldMk cId="562123946" sldId="259"/>
            <ac:spMk id="2" creationId="{DA643C5E-21D3-4A1C-B6DC-FFFE7D6ED568}"/>
          </ac:spMkLst>
        </pc:spChg>
        <pc:spChg chg="mod">
          <ac:chgData name="Writtik Maity" userId="b88307ae11ff2132" providerId="LiveId" clId="{5CF45725-9AD5-4B75-B835-B898E9CFE884}" dt="2023-01-17T06:39:47.555" v="6373" actId="313"/>
          <ac:spMkLst>
            <pc:docMk/>
            <pc:sldMk cId="562123946" sldId="259"/>
            <ac:spMk id="3" creationId="{0B6683FF-0BFF-4E79-91E6-F4AF8801C8B8}"/>
          </ac:spMkLst>
        </pc:spChg>
      </pc:sldChg>
      <pc:sldChg chg="modSp new del mod">
        <pc:chgData name="Writtik Maity" userId="b88307ae11ff2132" providerId="LiveId" clId="{5CF45725-9AD5-4B75-B835-B898E9CFE884}" dt="2022-12-30T12:37:15.558" v="1831" actId="47"/>
        <pc:sldMkLst>
          <pc:docMk/>
          <pc:sldMk cId="1852670628" sldId="260"/>
        </pc:sldMkLst>
        <pc:spChg chg="mod">
          <ac:chgData name="Writtik Maity" userId="b88307ae11ff2132" providerId="LiveId" clId="{5CF45725-9AD5-4B75-B835-B898E9CFE884}" dt="2022-12-30T12:33:57.054" v="1821" actId="5793"/>
          <ac:spMkLst>
            <pc:docMk/>
            <pc:sldMk cId="1852670628" sldId="260"/>
            <ac:spMk id="3" creationId="{CD4BB3E4-D922-4424-97DB-4F94B6DD96DD}"/>
          </ac:spMkLst>
        </pc:spChg>
      </pc:sldChg>
      <pc:sldChg chg="addSp delSp modSp new mod">
        <pc:chgData name="Writtik Maity" userId="b88307ae11ff2132" providerId="LiveId" clId="{5CF45725-9AD5-4B75-B835-B898E9CFE884}" dt="2023-01-17T06:36:11.887" v="6365" actId="2711"/>
        <pc:sldMkLst>
          <pc:docMk/>
          <pc:sldMk cId="3942831158" sldId="261"/>
        </pc:sldMkLst>
        <pc:spChg chg="add mod">
          <ac:chgData name="Writtik Maity" userId="b88307ae11ff2132" providerId="LiveId" clId="{5CF45725-9AD5-4B75-B835-B898E9CFE884}" dt="2023-01-17T06:36:11.887" v="6365" actId="2711"/>
          <ac:spMkLst>
            <pc:docMk/>
            <pc:sldMk cId="3942831158" sldId="261"/>
            <ac:spMk id="3" creationId="{43F6C83C-6F4C-4EB5-8607-058C7A748429}"/>
          </ac:spMkLst>
        </pc:spChg>
        <pc:spChg chg="add del mod">
          <ac:chgData name="Writtik Maity" userId="b88307ae11ff2132" providerId="LiveId" clId="{5CF45725-9AD5-4B75-B835-B898E9CFE884}" dt="2023-01-10T14:19:12.300" v="5998" actId="21"/>
          <ac:spMkLst>
            <pc:docMk/>
            <pc:sldMk cId="3942831158" sldId="261"/>
            <ac:spMk id="5" creationId="{13B7FDB6-DA6B-4C87-BEF9-8F1819AC4B15}"/>
          </ac:spMkLst>
        </pc:spChg>
        <pc:picChg chg="add del mod">
          <ac:chgData name="Writtik Maity" userId="b88307ae11ff2132" providerId="LiveId" clId="{5CF45725-9AD5-4B75-B835-B898E9CFE884}" dt="2023-01-10T14:19:12.300" v="5998" actId="21"/>
          <ac:picMkLst>
            <pc:docMk/>
            <pc:sldMk cId="3942831158" sldId="261"/>
            <ac:picMk id="4" creationId="{4E727A7D-9A3A-4423-A967-5F240AE78446}"/>
          </ac:picMkLst>
        </pc:picChg>
      </pc:sldChg>
      <pc:sldChg chg="addSp modSp new mod">
        <pc:chgData name="Writtik Maity" userId="b88307ae11ff2132" providerId="LiveId" clId="{5CF45725-9AD5-4B75-B835-B898E9CFE884}" dt="2023-01-10T14:20:32.177" v="6011" actId="14100"/>
        <pc:sldMkLst>
          <pc:docMk/>
          <pc:sldMk cId="2011149533" sldId="262"/>
        </pc:sldMkLst>
        <pc:spChg chg="add mod">
          <ac:chgData name="Writtik Maity" userId="b88307ae11ff2132" providerId="LiveId" clId="{5CF45725-9AD5-4B75-B835-B898E9CFE884}" dt="2023-01-10T14:20:32.177" v="6011" actId="14100"/>
          <ac:spMkLst>
            <pc:docMk/>
            <pc:sldMk cId="2011149533" sldId="262"/>
            <ac:spMk id="3" creationId="{3C3DD168-C9D1-4D43-B57C-8F50BEA86DA7}"/>
          </ac:spMkLst>
        </pc:spChg>
      </pc:sldChg>
      <pc:sldChg chg="new del">
        <pc:chgData name="Writtik Maity" userId="b88307ae11ff2132" providerId="LiveId" clId="{5CF45725-9AD5-4B75-B835-B898E9CFE884}" dt="2022-12-30T12:37:10.989" v="1830" actId="47"/>
        <pc:sldMkLst>
          <pc:docMk/>
          <pc:sldMk cId="3128627779" sldId="263"/>
        </pc:sldMkLst>
      </pc:sldChg>
      <pc:sldChg chg="addSp modSp new mod">
        <pc:chgData name="Writtik Maity" userId="b88307ae11ff2132" providerId="LiveId" clId="{5CF45725-9AD5-4B75-B835-B898E9CFE884}" dt="2023-01-17T06:40:27.091" v="6374" actId="313"/>
        <pc:sldMkLst>
          <pc:docMk/>
          <pc:sldMk cId="2107669139" sldId="264"/>
        </pc:sldMkLst>
        <pc:spChg chg="mod">
          <ac:chgData name="Writtik Maity" userId="b88307ae11ff2132" providerId="LiveId" clId="{5CF45725-9AD5-4B75-B835-B898E9CFE884}" dt="2023-01-17T06:35:35.317" v="6363" actId="207"/>
          <ac:spMkLst>
            <pc:docMk/>
            <pc:sldMk cId="2107669139" sldId="264"/>
            <ac:spMk id="2" creationId="{05558041-DC52-4D76-A3F5-3B709B54635A}"/>
          </ac:spMkLst>
        </pc:spChg>
        <pc:spChg chg="mod">
          <ac:chgData name="Writtik Maity" userId="b88307ae11ff2132" providerId="LiveId" clId="{5CF45725-9AD5-4B75-B835-B898E9CFE884}" dt="2023-01-17T06:40:27.091" v="6374" actId="313"/>
          <ac:spMkLst>
            <pc:docMk/>
            <pc:sldMk cId="2107669139" sldId="264"/>
            <ac:spMk id="3" creationId="{7A3AC067-7911-4BF6-85C4-0214CCB89897}"/>
          </ac:spMkLst>
        </pc:spChg>
        <pc:spChg chg="add mod">
          <ac:chgData name="Writtik Maity" userId="b88307ae11ff2132" providerId="LiveId" clId="{5CF45725-9AD5-4B75-B835-B898E9CFE884}" dt="2023-01-10T14:14:40.266" v="5971"/>
          <ac:spMkLst>
            <pc:docMk/>
            <pc:sldMk cId="2107669139" sldId="264"/>
            <ac:spMk id="6" creationId="{C4180FD4-EF92-4089-AF95-B1A41BDC1040}"/>
          </ac:spMkLst>
        </pc:spChg>
        <pc:picChg chg="add mod">
          <ac:chgData name="Writtik Maity" userId="b88307ae11ff2132" providerId="LiveId" clId="{5CF45725-9AD5-4B75-B835-B898E9CFE884}" dt="2023-01-17T06:16:25.716" v="6090" actId="1076"/>
          <ac:picMkLst>
            <pc:docMk/>
            <pc:sldMk cId="2107669139" sldId="264"/>
            <ac:picMk id="5" creationId="{5B033EAD-FE1E-4208-9CF7-7D72DE524CBE}"/>
          </ac:picMkLst>
        </pc:picChg>
      </pc:sldChg>
      <pc:sldChg chg="addSp delSp modSp new mod">
        <pc:chgData name="Writtik Maity" userId="b88307ae11ff2132" providerId="LiveId" clId="{5CF45725-9AD5-4B75-B835-B898E9CFE884}" dt="2023-01-17T06:40:43.553" v="6375" actId="313"/>
        <pc:sldMkLst>
          <pc:docMk/>
          <pc:sldMk cId="2833876034" sldId="265"/>
        </pc:sldMkLst>
        <pc:spChg chg="add del mod">
          <ac:chgData name="Writtik Maity" userId="b88307ae11ff2132" providerId="LiveId" clId="{5CF45725-9AD5-4B75-B835-B898E9CFE884}" dt="2022-12-30T12:40:46.006" v="2393"/>
          <ac:spMkLst>
            <pc:docMk/>
            <pc:sldMk cId="2833876034" sldId="265"/>
            <ac:spMk id="3" creationId="{B6D20E93-C93F-4E2A-A413-4561BA53E18E}"/>
          </ac:spMkLst>
        </pc:spChg>
        <pc:spChg chg="add mod">
          <ac:chgData name="Writtik Maity" userId="b88307ae11ff2132" providerId="LiveId" clId="{5CF45725-9AD5-4B75-B835-B898E9CFE884}" dt="2023-01-17T06:40:43.553" v="6375" actId="313"/>
          <ac:spMkLst>
            <pc:docMk/>
            <pc:sldMk cId="2833876034" sldId="265"/>
            <ac:spMk id="5" creationId="{E0190BDE-70EA-45E7-8F51-D73D47813287}"/>
          </ac:spMkLst>
        </pc:spChg>
      </pc:sldChg>
      <pc:sldChg chg="addSp delSp modSp new mod">
        <pc:chgData name="Writtik Maity" userId="b88307ae11ff2132" providerId="LiveId" clId="{5CF45725-9AD5-4B75-B835-B898E9CFE884}" dt="2023-01-10T14:24:46.225" v="6025" actId="1076"/>
        <pc:sldMkLst>
          <pc:docMk/>
          <pc:sldMk cId="197708873" sldId="266"/>
        </pc:sldMkLst>
        <pc:spChg chg="add mod">
          <ac:chgData name="Writtik Maity" userId="b88307ae11ff2132" providerId="LiveId" clId="{5CF45725-9AD5-4B75-B835-B898E9CFE884}" dt="2023-01-10T14:24:41.278" v="6024" actId="20577"/>
          <ac:spMkLst>
            <pc:docMk/>
            <pc:sldMk cId="197708873" sldId="266"/>
            <ac:spMk id="3" creationId="{9C4869D2-B12F-4708-A597-1D0E5098697A}"/>
          </ac:spMkLst>
        </pc:spChg>
        <pc:spChg chg="add del mod">
          <ac:chgData name="Writtik Maity" userId="b88307ae11ff2132" providerId="LiveId" clId="{5CF45725-9AD5-4B75-B835-B898E9CFE884}" dt="2022-12-30T17:29:25.755" v="3624" actId="21"/>
          <ac:spMkLst>
            <pc:docMk/>
            <pc:sldMk cId="197708873" sldId="266"/>
            <ac:spMk id="5" creationId="{3A755E19-C70C-4CBC-8041-1C13C123FFF4}"/>
          </ac:spMkLst>
        </pc:spChg>
        <pc:spChg chg="add del mod">
          <ac:chgData name="Writtik Maity" userId="b88307ae11ff2132" providerId="LiveId" clId="{5CF45725-9AD5-4B75-B835-B898E9CFE884}" dt="2022-12-30T17:33:35.595" v="3639" actId="21"/>
          <ac:spMkLst>
            <pc:docMk/>
            <pc:sldMk cId="197708873" sldId="266"/>
            <ac:spMk id="8" creationId="{C55C4BD1-0F16-4451-9F77-E01372BFB2C5}"/>
          </ac:spMkLst>
        </pc:spChg>
        <pc:picChg chg="add del mod">
          <ac:chgData name="Writtik Maity" userId="b88307ae11ff2132" providerId="LiveId" clId="{5CF45725-9AD5-4B75-B835-B898E9CFE884}" dt="2022-12-30T17:29:25.755" v="3624" actId="21"/>
          <ac:picMkLst>
            <pc:docMk/>
            <pc:sldMk cId="197708873" sldId="266"/>
            <ac:picMk id="4" creationId="{144FDF92-28B8-445F-B2E2-9DE59D38C30F}"/>
          </ac:picMkLst>
        </pc:picChg>
        <pc:picChg chg="add del mod">
          <ac:chgData name="Writtik Maity" userId="b88307ae11ff2132" providerId="LiveId" clId="{5CF45725-9AD5-4B75-B835-B898E9CFE884}" dt="2022-12-30T17:33:35.595" v="3639" actId="21"/>
          <ac:picMkLst>
            <pc:docMk/>
            <pc:sldMk cId="197708873" sldId="266"/>
            <ac:picMk id="7" creationId="{2CF0B288-9F64-475D-BA35-6948D69E6F2E}"/>
          </ac:picMkLst>
        </pc:picChg>
        <pc:picChg chg="add mod">
          <ac:chgData name="Writtik Maity" userId="b88307ae11ff2132" providerId="LiveId" clId="{5CF45725-9AD5-4B75-B835-B898E9CFE884}" dt="2023-01-10T14:24:46.225" v="6025" actId="1076"/>
          <ac:picMkLst>
            <pc:docMk/>
            <pc:sldMk cId="197708873" sldId="266"/>
            <ac:picMk id="10" creationId="{E52E72C6-D12F-4533-B8E9-20EECCEE3A96}"/>
          </ac:picMkLst>
        </pc:picChg>
      </pc:sldChg>
      <pc:sldChg chg="addSp modSp new mod">
        <pc:chgData name="Writtik Maity" userId="b88307ae11ff2132" providerId="LiveId" clId="{5CF45725-9AD5-4B75-B835-B898E9CFE884}" dt="2023-01-17T06:41:14.026" v="6376" actId="313"/>
        <pc:sldMkLst>
          <pc:docMk/>
          <pc:sldMk cId="359283510" sldId="267"/>
        </pc:sldMkLst>
        <pc:spChg chg="add mod">
          <ac:chgData name="Writtik Maity" userId="b88307ae11ff2132" providerId="LiveId" clId="{5CF45725-9AD5-4B75-B835-B898E9CFE884}" dt="2023-01-17T06:41:14.026" v="6376" actId="313"/>
          <ac:spMkLst>
            <pc:docMk/>
            <pc:sldMk cId="359283510" sldId="267"/>
            <ac:spMk id="3" creationId="{39C20B31-2FC4-4D71-8D5B-FA27E50BD5C2}"/>
          </ac:spMkLst>
        </pc:spChg>
      </pc:sldChg>
      <pc:sldChg chg="addSp delSp modSp new mod">
        <pc:chgData name="Writtik Maity" userId="b88307ae11ff2132" providerId="LiveId" clId="{5CF45725-9AD5-4B75-B835-B898E9CFE884}" dt="2023-01-17T06:47:52.239" v="6383" actId="20577"/>
        <pc:sldMkLst>
          <pc:docMk/>
          <pc:sldMk cId="3105158432" sldId="268"/>
        </pc:sldMkLst>
        <pc:spChg chg="add del mod">
          <ac:chgData name="Writtik Maity" userId="b88307ae11ff2132" providerId="LiveId" clId="{5CF45725-9AD5-4B75-B835-B898E9CFE884}" dt="2022-12-30T12:51:07.740" v="2556" actId="478"/>
          <ac:spMkLst>
            <pc:docMk/>
            <pc:sldMk cId="3105158432" sldId="268"/>
            <ac:spMk id="3" creationId="{44070907-80F5-491C-9273-23AB7C4D4058}"/>
          </ac:spMkLst>
        </pc:spChg>
        <pc:spChg chg="add mod">
          <ac:chgData name="Writtik Maity" userId="b88307ae11ff2132" providerId="LiveId" clId="{5CF45725-9AD5-4B75-B835-B898E9CFE884}" dt="2023-01-17T06:47:52.239" v="6383" actId="20577"/>
          <ac:spMkLst>
            <pc:docMk/>
            <pc:sldMk cId="3105158432" sldId="268"/>
            <ac:spMk id="5" creationId="{ED7C109B-DF1D-408F-8A82-533A70682075}"/>
          </ac:spMkLst>
        </pc:spChg>
      </pc:sldChg>
      <pc:sldChg chg="addSp modSp new mod">
        <pc:chgData name="Writtik Maity" userId="b88307ae11ff2132" providerId="LiveId" clId="{5CF45725-9AD5-4B75-B835-B898E9CFE884}" dt="2023-01-10T14:27:40.836" v="6038" actId="1076"/>
        <pc:sldMkLst>
          <pc:docMk/>
          <pc:sldMk cId="2602165465" sldId="269"/>
        </pc:sldMkLst>
        <pc:spChg chg="add mod">
          <ac:chgData name="Writtik Maity" userId="b88307ae11ff2132" providerId="LiveId" clId="{5CF45725-9AD5-4B75-B835-B898E9CFE884}" dt="2023-01-10T14:27:25.234" v="6035" actId="14100"/>
          <ac:spMkLst>
            <pc:docMk/>
            <pc:sldMk cId="2602165465" sldId="269"/>
            <ac:spMk id="3" creationId="{C2985D0B-17A6-464B-A4D4-B3E5E44A13AC}"/>
          </ac:spMkLst>
        </pc:spChg>
        <pc:spChg chg="add mod">
          <ac:chgData name="Writtik Maity" userId="b88307ae11ff2132" providerId="LiveId" clId="{5CF45725-9AD5-4B75-B835-B898E9CFE884}" dt="2023-01-10T14:14:40.266" v="5971"/>
          <ac:spMkLst>
            <pc:docMk/>
            <pc:sldMk cId="2602165465" sldId="269"/>
            <ac:spMk id="5" creationId="{F24B206F-8B7D-49C8-9229-3446AC935CD8}"/>
          </ac:spMkLst>
        </pc:spChg>
        <pc:picChg chg="add mod">
          <ac:chgData name="Writtik Maity" userId="b88307ae11ff2132" providerId="LiveId" clId="{5CF45725-9AD5-4B75-B835-B898E9CFE884}" dt="2023-01-10T14:27:40.836" v="6038" actId="1076"/>
          <ac:picMkLst>
            <pc:docMk/>
            <pc:sldMk cId="2602165465" sldId="269"/>
            <ac:picMk id="4" creationId="{086F467E-747A-4C35-BC8E-9D09D05120B2}"/>
          </ac:picMkLst>
        </pc:picChg>
      </pc:sldChg>
      <pc:sldChg chg="addSp modSp new mod">
        <pc:chgData name="Writtik Maity" userId="b88307ae11ff2132" providerId="LiveId" clId="{5CF45725-9AD5-4B75-B835-B898E9CFE884}" dt="2023-01-17T06:33:57.237" v="6327" actId="20577"/>
        <pc:sldMkLst>
          <pc:docMk/>
          <pc:sldMk cId="2487777251" sldId="270"/>
        </pc:sldMkLst>
        <pc:spChg chg="add mod">
          <ac:chgData name="Writtik Maity" userId="b88307ae11ff2132" providerId="LiveId" clId="{5CF45725-9AD5-4B75-B835-B898E9CFE884}" dt="2023-01-17T06:33:57.237" v="6327" actId="20577"/>
          <ac:spMkLst>
            <pc:docMk/>
            <pc:sldMk cId="2487777251" sldId="270"/>
            <ac:spMk id="3" creationId="{96A47C1D-199C-4F0F-8723-43130CF1332C}"/>
          </ac:spMkLst>
        </pc:spChg>
      </pc:sldChg>
      <pc:sldChg chg="addSp modSp new mod">
        <pc:chgData name="Writtik Maity" userId="b88307ae11ff2132" providerId="LiveId" clId="{5CF45725-9AD5-4B75-B835-B898E9CFE884}" dt="2023-01-10T14:14:40.266" v="5971"/>
        <pc:sldMkLst>
          <pc:docMk/>
          <pc:sldMk cId="3822552459" sldId="271"/>
        </pc:sldMkLst>
        <pc:spChg chg="add mod">
          <ac:chgData name="Writtik Maity" userId="b88307ae11ff2132" providerId="LiveId" clId="{5CF45725-9AD5-4B75-B835-B898E9CFE884}" dt="2023-01-10T14:14:40.266" v="5971"/>
          <ac:spMkLst>
            <pc:docMk/>
            <pc:sldMk cId="3822552459" sldId="271"/>
            <ac:spMk id="3" creationId="{85785472-FAF4-4729-A30A-4817A4F2FD9B}"/>
          </ac:spMkLst>
        </pc:spChg>
      </pc:sldChg>
      <pc:sldChg chg="addSp modSp new mod">
        <pc:chgData name="Writtik Maity" userId="b88307ae11ff2132" providerId="LiveId" clId="{5CF45725-9AD5-4B75-B835-B898E9CFE884}" dt="2023-01-10T14:14:40.266" v="5971"/>
        <pc:sldMkLst>
          <pc:docMk/>
          <pc:sldMk cId="3709304122" sldId="272"/>
        </pc:sldMkLst>
        <pc:spChg chg="add mod">
          <ac:chgData name="Writtik Maity" userId="b88307ae11ff2132" providerId="LiveId" clId="{5CF45725-9AD5-4B75-B835-B898E9CFE884}" dt="2023-01-10T14:14:40.266" v="5971"/>
          <ac:spMkLst>
            <pc:docMk/>
            <pc:sldMk cId="3709304122" sldId="272"/>
            <ac:spMk id="3" creationId="{4126E08B-BB9F-442C-AB74-E20D1CF7D3D1}"/>
          </ac:spMkLst>
        </pc:spChg>
      </pc:sldChg>
      <pc:sldChg chg="addSp modSp new mod">
        <pc:chgData name="Writtik Maity" userId="b88307ae11ff2132" providerId="LiveId" clId="{5CF45725-9AD5-4B75-B835-B898E9CFE884}" dt="2023-01-10T14:33:53.021" v="6068" actId="1076"/>
        <pc:sldMkLst>
          <pc:docMk/>
          <pc:sldMk cId="2746198550" sldId="273"/>
        </pc:sldMkLst>
        <pc:spChg chg="add mod">
          <ac:chgData name="Writtik Maity" userId="b88307ae11ff2132" providerId="LiveId" clId="{5CF45725-9AD5-4B75-B835-B898E9CFE884}" dt="2023-01-10T14:33:53.021" v="6068" actId="1076"/>
          <ac:spMkLst>
            <pc:docMk/>
            <pc:sldMk cId="2746198550" sldId="273"/>
            <ac:spMk id="3" creationId="{7CC57CAC-FFB0-4B1C-9741-5C9EF75305F7}"/>
          </ac:spMkLst>
        </pc:spChg>
      </pc:sldChg>
      <pc:sldChg chg="addSp delSp modSp new mod">
        <pc:chgData name="Writtik Maity" userId="b88307ae11ff2132" providerId="LiveId" clId="{5CF45725-9AD5-4B75-B835-B898E9CFE884}" dt="2023-01-17T06:26:11.517" v="6133" actId="313"/>
        <pc:sldMkLst>
          <pc:docMk/>
          <pc:sldMk cId="1549847391" sldId="274"/>
        </pc:sldMkLst>
        <pc:spChg chg="add mod">
          <ac:chgData name="Writtik Maity" userId="b88307ae11ff2132" providerId="LiveId" clId="{5CF45725-9AD5-4B75-B835-B898E9CFE884}" dt="2023-01-17T06:26:11.517" v="6133" actId="313"/>
          <ac:spMkLst>
            <pc:docMk/>
            <pc:sldMk cId="1549847391" sldId="274"/>
            <ac:spMk id="3" creationId="{2B955824-0C76-409F-8A8F-0CB8FF77FDE5}"/>
          </ac:spMkLst>
        </pc:spChg>
        <pc:spChg chg="add del mod">
          <ac:chgData name="Writtik Maity" userId="b88307ae11ff2132" providerId="LiveId" clId="{5CF45725-9AD5-4B75-B835-B898E9CFE884}" dt="2023-01-17T06:25:54.426" v="6132" actId="21"/>
          <ac:spMkLst>
            <pc:docMk/>
            <pc:sldMk cId="1549847391" sldId="274"/>
            <ac:spMk id="5" creationId="{4C534051-ECD2-403E-9839-B64B13D16890}"/>
          </ac:spMkLst>
        </pc:spChg>
        <pc:picChg chg="add del mod">
          <ac:chgData name="Writtik Maity" userId="b88307ae11ff2132" providerId="LiveId" clId="{5CF45725-9AD5-4B75-B835-B898E9CFE884}" dt="2023-01-17T06:25:54.426" v="6132" actId="21"/>
          <ac:picMkLst>
            <pc:docMk/>
            <pc:sldMk cId="1549847391" sldId="274"/>
            <ac:picMk id="4" creationId="{61E8A3D8-42BB-4CC3-A85A-BB39C60499E5}"/>
          </ac:picMkLst>
        </pc:picChg>
      </pc:sldChg>
      <pc:sldChg chg="addSp modSp new mod">
        <pc:chgData name="Writtik Maity" userId="b88307ae11ff2132" providerId="LiveId" clId="{5CF45725-9AD5-4B75-B835-B898E9CFE884}" dt="2023-01-10T14:14:40.266" v="5971"/>
        <pc:sldMkLst>
          <pc:docMk/>
          <pc:sldMk cId="3240857354" sldId="275"/>
        </pc:sldMkLst>
        <pc:spChg chg="add mod">
          <ac:chgData name="Writtik Maity" userId="b88307ae11ff2132" providerId="LiveId" clId="{5CF45725-9AD5-4B75-B835-B898E9CFE884}" dt="2023-01-10T14:14:40.266" v="5971"/>
          <ac:spMkLst>
            <pc:docMk/>
            <pc:sldMk cId="3240857354" sldId="275"/>
            <ac:spMk id="3" creationId="{950C7A93-2778-4EAB-B599-8C9799924518}"/>
          </ac:spMkLst>
        </pc:spChg>
      </pc:sldChg>
      <pc:sldChg chg="addSp modSp new mod">
        <pc:chgData name="Writtik Maity" userId="b88307ae11ff2132" providerId="LiveId" clId="{5CF45725-9AD5-4B75-B835-B898E9CFE884}" dt="2023-01-17T06:31:49.415" v="6228" actId="20577"/>
        <pc:sldMkLst>
          <pc:docMk/>
          <pc:sldMk cId="3438885267" sldId="276"/>
        </pc:sldMkLst>
        <pc:spChg chg="add mod">
          <ac:chgData name="Writtik Maity" userId="b88307ae11ff2132" providerId="LiveId" clId="{5CF45725-9AD5-4B75-B835-B898E9CFE884}" dt="2023-01-17T06:31:49.415" v="6228" actId="20577"/>
          <ac:spMkLst>
            <pc:docMk/>
            <pc:sldMk cId="3438885267" sldId="276"/>
            <ac:spMk id="3" creationId="{78A61862-F03E-409A-8D8A-A5D393709209}"/>
          </ac:spMkLst>
        </pc:spChg>
      </pc:sldChg>
      <pc:sldChg chg="addSp modSp new mod">
        <pc:chgData name="Writtik Maity" userId="b88307ae11ff2132" providerId="LiveId" clId="{5CF45725-9AD5-4B75-B835-B898E9CFE884}" dt="2023-01-10T14:14:40.266" v="5971"/>
        <pc:sldMkLst>
          <pc:docMk/>
          <pc:sldMk cId="1991868370" sldId="277"/>
        </pc:sldMkLst>
        <pc:spChg chg="add mod">
          <ac:chgData name="Writtik Maity" userId="b88307ae11ff2132" providerId="LiveId" clId="{5CF45725-9AD5-4B75-B835-B898E9CFE884}" dt="2023-01-10T14:14:40.266" v="5971"/>
          <ac:spMkLst>
            <pc:docMk/>
            <pc:sldMk cId="1991868370" sldId="277"/>
            <ac:spMk id="3" creationId="{9A6687EB-FD26-4EBE-88CE-54C2D92600E9}"/>
          </ac:spMkLst>
        </pc:spChg>
      </pc:sldChg>
      <pc:sldChg chg="addSp modSp new mod">
        <pc:chgData name="Writtik Maity" userId="b88307ae11ff2132" providerId="LiveId" clId="{5CF45725-9AD5-4B75-B835-B898E9CFE884}" dt="2023-01-10T14:14:40.266" v="5971"/>
        <pc:sldMkLst>
          <pc:docMk/>
          <pc:sldMk cId="1391210085" sldId="278"/>
        </pc:sldMkLst>
        <pc:spChg chg="add mod">
          <ac:chgData name="Writtik Maity" userId="b88307ae11ff2132" providerId="LiveId" clId="{5CF45725-9AD5-4B75-B835-B898E9CFE884}" dt="2023-01-10T14:14:40.266" v="5971"/>
          <ac:spMkLst>
            <pc:docMk/>
            <pc:sldMk cId="1391210085" sldId="278"/>
            <ac:spMk id="3" creationId="{CB38E00A-A469-49B7-9D0B-6DEE246DBA5B}"/>
          </ac:spMkLst>
        </pc:spChg>
      </pc:sldChg>
      <pc:sldChg chg="addSp modSp new mod">
        <pc:chgData name="Writtik Maity" userId="b88307ae11ff2132" providerId="LiveId" clId="{5CF45725-9AD5-4B75-B835-B898E9CFE884}" dt="2023-01-17T06:31:02.664" v="6214" actId="20577"/>
        <pc:sldMkLst>
          <pc:docMk/>
          <pc:sldMk cId="2562502874" sldId="279"/>
        </pc:sldMkLst>
        <pc:spChg chg="add mod">
          <ac:chgData name="Writtik Maity" userId="b88307ae11ff2132" providerId="LiveId" clId="{5CF45725-9AD5-4B75-B835-B898E9CFE884}" dt="2023-01-17T06:31:02.664" v="6214" actId="20577"/>
          <ac:spMkLst>
            <pc:docMk/>
            <pc:sldMk cId="2562502874" sldId="279"/>
            <ac:spMk id="3" creationId="{2357F2F1-1064-4C5A-8171-6E2E96BD6C47}"/>
          </ac:spMkLst>
        </pc:spChg>
      </pc:sldChg>
      <pc:sldChg chg="addSp modSp new mod">
        <pc:chgData name="Writtik Maity" userId="b88307ae11ff2132" providerId="LiveId" clId="{5CF45725-9AD5-4B75-B835-B898E9CFE884}" dt="2023-01-17T06:30:41.312" v="6213" actId="313"/>
        <pc:sldMkLst>
          <pc:docMk/>
          <pc:sldMk cId="3753667849" sldId="280"/>
        </pc:sldMkLst>
        <pc:spChg chg="add mod">
          <ac:chgData name="Writtik Maity" userId="b88307ae11ff2132" providerId="LiveId" clId="{5CF45725-9AD5-4B75-B835-B898E9CFE884}" dt="2023-01-17T06:30:41.312" v="6213" actId="313"/>
          <ac:spMkLst>
            <pc:docMk/>
            <pc:sldMk cId="3753667849" sldId="280"/>
            <ac:spMk id="3" creationId="{76B4BB79-CEDF-448F-9B6E-F1655D5BA6EF}"/>
          </ac:spMkLst>
        </pc:spChg>
      </pc:sldChg>
      <pc:sldChg chg="addSp modSp new mod">
        <pc:chgData name="Writtik Maity" userId="b88307ae11ff2132" providerId="LiveId" clId="{5CF45725-9AD5-4B75-B835-B898E9CFE884}" dt="2023-01-10T14:14:40.266" v="5971"/>
        <pc:sldMkLst>
          <pc:docMk/>
          <pc:sldMk cId="903837500" sldId="281"/>
        </pc:sldMkLst>
        <pc:spChg chg="add mod">
          <ac:chgData name="Writtik Maity" userId="b88307ae11ff2132" providerId="LiveId" clId="{5CF45725-9AD5-4B75-B835-B898E9CFE884}" dt="2023-01-10T14:14:40.266" v="5971"/>
          <ac:spMkLst>
            <pc:docMk/>
            <pc:sldMk cId="903837500" sldId="281"/>
            <ac:spMk id="3" creationId="{378DC6A0-75CF-4BEF-80DA-0F49DAEBFEDE}"/>
          </ac:spMkLst>
        </pc:spChg>
        <pc:picChg chg="add mod">
          <ac:chgData name="Writtik Maity" userId="b88307ae11ff2132" providerId="LiveId" clId="{5CF45725-9AD5-4B75-B835-B898E9CFE884}" dt="2023-01-10T14:14:40.266" v="5971"/>
          <ac:picMkLst>
            <pc:docMk/>
            <pc:sldMk cId="903837500" sldId="281"/>
            <ac:picMk id="4" creationId="{B442D4E4-9D60-4B8E-A9AE-669E1E2FBBB0}"/>
          </ac:picMkLst>
        </pc:picChg>
      </pc:sldChg>
      <pc:sldChg chg="addSp modSp new mod">
        <pc:chgData name="Writtik Maity" userId="b88307ae11ff2132" providerId="LiveId" clId="{5CF45725-9AD5-4B75-B835-B898E9CFE884}" dt="2023-01-17T06:28:04.247" v="6168" actId="2711"/>
        <pc:sldMkLst>
          <pc:docMk/>
          <pc:sldMk cId="2414537870" sldId="282"/>
        </pc:sldMkLst>
        <pc:spChg chg="add mod">
          <ac:chgData name="Writtik Maity" userId="b88307ae11ff2132" providerId="LiveId" clId="{5CF45725-9AD5-4B75-B835-B898E9CFE884}" dt="2023-01-17T06:28:04.247" v="6168" actId="2711"/>
          <ac:spMkLst>
            <pc:docMk/>
            <pc:sldMk cId="2414537870" sldId="282"/>
            <ac:spMk id="3" creationId="{8E180AA9-0220-4A33-80ED-31D2FBB9D5E4}"/>
          </ac:spMkLst>
        </pc:spChg>
      </pc:sldChg>
      <pc:sldChg chg="addSp modSp new mod">
        <pc:chgData name="Writtik Maity" userId="b88307ae11ff2132" providerId="LiveId" clId="{5CF45725-9AD5-4B75-B835-B898E9CFE884}" dt="2023-01-17T06:28:36.501" v="6180" actId="2711"/>
        <pc:sldMkLst>
          <pc:docMk/>
          <pc:sldMk cId="2161710119" sldId="283"/>
        </pc:sldMkLst>
        <pc:spChg chg="add mod">
          <ac:chgData name="Writtik Maity" userId="b88307ae11ff2132" providerId="LiveId" clId="{5CF45725-9AD5-4B75-B835-B898E9CFE884}" dt="2023-01-17T06:28:36.501" v="6180" actId="2711"/>
          <ac:spMkLst>
            <pc:docMk/>
            <pc:sldMk cId="2161710119" sldId="283"/>
            <ac:spMk id="3" creationId="{5B1D6FDF-26B6-4B5D-8F73-D0F05D125366}"/>
          </ac:spMkLst>
        </pc:spChg>
      </pc:sldChg>
      <pc:sldChg chg="addSp modSp new mod">
        <pc:chgData name="Writtik Maity" userId="b88307ae11ff2132" providerId="LiveId" clId="{5CF45725-9AD5-4B75-B835-B898E9CFE884}" dt="2023-01-17T06:23:51.416" v="6126" actId="313"/>
        <pc:sldMkLst>
          <pc:docMk/>
          <pc:sldMk cId="3155064440" sldId="284"/>
        </pc:sldMkLst>
        <pc:spChg chg="add mod">
          <ac:chgData name="Writtik Maity" userId="b88307ae11ff2132" providerId="LiveId" clId="{5CF45725-9AD5-4B75-B835-B898E9CFE884}" dt="2023-01-17T06:23:51.416" v="6126" actId="313"/>
          <ac:spMkLst>
            <pc:docMk/>
            <pc:sldMk cId="3155064440" sldId="284"/>
            <ac:spMk id="3" creationId="{F0F19588-4F92-4ABD-BC0F-80AA4C364D67}"/>
          </ac:spMkLst>
        </pc:spChg>
      </pc:sldChg>
      <pc:sldChg chg="addSp modSp new mod">
        <pc:chgData name="Writtik Maity" userId="b88307ae11ff2132" providerId="LiveId" clId="{5CF45725-9AD5-4B75-B835-B898E9CFE884}" dt="2023-01-17T06:29:23.719" v="6209" actId="2711"/>
        <pc:sldMkLst>
          <pc:docMk/>
          <pc:sldMk cId="1609949372" sldId="285"/>
        </pc:sldMkLst>
        <pc:spChg chg="add mod">
          <ac:chgData name="Writtik Maity" userId="b88307ae11ff2132" providerId="LiveId" clId="{5CF45725-9AD5-4B75-B835-B898E9CFE884}" dt="2023-01-17T06:29:23.719" v="6209" actId="2711"/>
          <ac:spMkLst>
            <pc:docMk/>
            <pc:sldMk cId="1609949372" sldId="285"/>
            <ac:spMk id="3" creationId="{050765D3-5013-44FB-A033-88A0A27FE158}"/>
          </ac:spMkLst>
        </pc:spChg>
      </pc:sldChg>
      <pc:sldChg chg="addSp modSp new mod">
        <pc:chgData name="Writtik Maity" userId="b88307ae11ff2132" providerId="LiveId" clId="{5CF45725-9AD5-4B75-B835-B898E9CFE884}" dt="2023-01-17T06:21:34.721" v="6107" actId="20577"/>
        <pc:sldMkLst>
          <pc:docMk/>
          <pc:sldMk cId="1354059063" sldId="286"/>
        </pc:sldMkLst>
        <pc:spChg chg="add mod">
          <ac:chgData name="Writtik Maity" userId="b88307ae11ff2132" providerId="LiveId" clId="{5CF45725-9AD5-4B75-B835-B898E9CFE884}" dt="2023-01-17T06:21:34.721" v="6107" actId="20577"/>
          <ac:spMkLst>
            <pc:docMk/>
            <pc:sldMk cId="1354059063" sldId="286"/>
            <ac:spMk id="3" creationId="{27828EF8-DD81-4C8E-87E1-ABDA25742E4D}"/>
          </ac:spMkLst>
        </pc:spChg>
      </pc:sldChg>
      <pc:sldChg chg="addSp modSp new mod">
        <pc:chgData name="Writtik Maity" userId="b88307ae11ff2132" providerId="LiveId" clId="{5CF45725-9AD5-4B75-B835-B898E9CFE884}" dt="2023-01-17T06:30:01.440" v="6211" actId="2711"/>
        <pc:sldMkLst>
          <pc:docMk/>
          <pc:sldMk cId="206606019" sldId="287"/>
        </pc:sldMkLst>
        <pc:spChg chg="add mod">
          <ac:chgData name="Writtik Maity" userId="b88307ae11ff2132" providerId="LiveId" clId="{5CF45725-9AD5-4B75-B835-B898E9CFE884}" dt="2023-01-17T06:30:01.440" v="6211" actId="2711"/>
          <ac:spMkLst>
            <pc:docMk/>
            <pc:sldMk cId="206606019" sldId="287"/>
            <ac:spMk id="3" creationId="{EC2EC1FA-9B83-49BE-8CBD-A52A71BC9BB4}"/>
          </ac:spMkLst>
        </pc:spChg>
      </pc:sldChg>
      <pc:sldChg chg="addSp modSp new mod">
        <pc:chgData name="Writtik Maity" userId="b88307ae11ff2132" providerId="LiveId" clId="{5CF45725-9AD5-4B75-B835-B898E9CFE884}" dt="2023-01-17T06:18:51.465" v="6097" actId="207"/>
        <pc:sldMkLst>
          <pc:docMk/>
          <pc:sldMk cId="3361954219" sldId="288"/>
        </pc:sldMkLst>
        <pc:spChg chg="add mod">
          <ac:chgData name="Writtik Maity" userId="b88307ae11ff2132" providerId="LiveId" clId="{5CF45725-9AD5-4B75-B835-B898E9CFE884}" dt="2023-01-17T06:18:51.465" v="6097" actId="207"/>
          <ac:spMkLst>
            <pc:docMk/>
            <pc:sldMk cId="3361954219" sldId="288"/>
            <ac:spMk id="3" creationId="{CE985701-2747-4673-8BBE-8DDDF65EB563}"/>
          </ac:spMkLst>
        </pc:spChg>
      </pc:sldChg>
      <pc:sldChg chg="addSp modSp new mod">
        <pc:chgData name="Writtik Maity" userId="b88307ae11ff2132" providerId="LiveId" clId="{5CF45725-9AD5-4B75-B835-B898E9CFE884}" dt="2023-01-17T06:19:10.174" v="6098" actId="207"/>
        <pc:sldMkLst>
          <pc:docMk/>
          <pc:sldMk cId="257390119" sldId="289"/>
        </pc:sldMkLst>
        <pc:spChg chg="add mod">
          <ac:chgData name="Writtik Maity" userId="b88307ae11ff2132" providerId="LiveId" clId="{5CF45725-9AD5-4B75-B835-B898E9CFE884}" dt="2023-01-17T06:19:10.174" v="6098" actId="207"/>
          <ac:spMkLst>
            <pc:docMk/>
            <pc:sldMk cId="257390119" sldId="289"/>
            <ac:spMk id="3" creationId="{6EE12138-14F7-4C09-8490-8CA7FC90D3C2}"/>
          </ac:spMkLst>
        </pc:spChg>
      </pc:sldChg>
      <pc:sldChg chg="new del">
        <pc:chgData name="Writtik Maity" userId="b88307ae11ff2132" providerId="LiveId" clId="{5CF45725-9AD5-4B75-B835-B898E9CFE884}" dt="2022-12-31T04:19:57.575" v="3718" actId="2696"/>
        <pc:sldMkLst>
          <pc:docMk/>
          <pc:sldMk cId="310891229" sldId="290"/>
        </pc:sldMkLst>
      </pc:sldChg>
      <pc:sldChg chg="addSp modSp new mod">
        <pc:chgData name="Writtik Maity" userId="b88307ae11ff2132" providerId="LiveId" clId="{5CF45725-9AD5-4B75-B835-B898E9CFE884}" dt="2023-01-17T06:30:22.308" v="6212" actId="2711"/>
        <pc:sldMkLst>
          <pc:docMk/>
          <pc:sldMk cId="3799551390" sldId="290"/>
        </pc:sldMkLst>
        <pc:spChg chg="add mod">
          <ac:chgData name="Writtik Maity" userId="b88307ae11ff2132" providerId="LiveId" clId="{5CF45725-9AD5-4B75-B835-B898E9CFE884}" dt="2023-01-17T06:30:22.308" v="6212" actId="2711"/>
          <ac:spMkLst>
            <pc:docMk/>
            <pc:sldMk cId="3799551390" sldId="290"/>
            <ac:spMk id="3" creationId="{152022AE-0B50-46CB-86F2-0D537B8A5D1B}"/>
          </ac:spMkLst>
        </pc:spChg>
        <pc:picChg chg="add mod">
          <ac:chgData name="Writtik Maity" userId="b88307ae11ff2132" providerId="LiveId" clId="{5CF45725-9AD5-4B75-B835-B898E9CFE884}" dt="2023-01-10T14:14:40.266" v="5971"/>
          <ac:picMkLst>
            <pc:docMk/>
            <pc:sldMk cId="3799551390" sldId="290"/>
            <ac:picMk id="5" creationId="{78339E82-29C2-42BD-BFA8-C949FEFA82F4}"/>
          </ac:picMkLst>
        </pc:picChg>
      </pc:sldChg>
      <pc:sldChg chg="new del">
        <pc:chgData name="Writtik Maity" userId="b88307ae11ff2132" providerId="LiveId" clId="{5CF45725-9AD5-4B75-B835-B898E9CFE884}" dt="2022-12-31T14:45:12.133" v="4987" actId="2696"/>
        <pc:sldMkLst>
          <pc:docMk/>
          <pc:sldMk cId="46080182" sldId="291"/>
        </pc:sldMkLst>
      </pc:sldChg>
      <pc:sldChg chg="new del">
        <pc:chgData name="Writtik Maity" userId="b88307ae11ff2132" providerId="LiveId" clId="{5CF45725-9AD5-4B75-B835-B898E9CFE884}" dt="2022-12-31T04:51:01.152" v="4594" actId="2696"/>
        <pc:sldMkLst>
          <pc:docMk/>
          <pc:sldMk cId="136917654" sldId="291"/>
        </pc:sldMkLst>
      </pc:sldChg>
      <pc:sldMasterChg chg="modSp modSldLayout">
        <pc:chgData name="Writtik Maity" userId="b88307ae11ff2132" providerId="LiveId" clId="{5CF45725-9AD5-4B75-B835-B898E9CFE884}" dt="2023-01-10T14:12:54.119" v="5959"/>
        <pc:sldMasterMkLst>
          <pc:docMk/>
          <pc:sldMasterMk cId="1797572916" sldId="2147483749"/>
        </pc:sldMasterMkLst>
        <pc:spChg chg="mod">
          <ac:chgData name="Writtik Maity" userId="b88307ae11ff2132" providerId="LiveId" clId="{5CF45725-9AD5-4B75-B835-B898E9CFE884}" dt="2023-01-10T14:12:54.119" v="5959"/>
          <ac:spMkLst>
            <pc:docMk/>
            <pc:sldMasterMk cId="1797572916" sldId="2147483749"/>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4"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5"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6"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2"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3"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4"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5"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6"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7"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8" creationId="{00000000-0000-0000-0000-000000000000}"/>
          </ac:spMkLst>
        </pc:spChg>
        <pc:spChg chg="mod">
          <ac:chgData name="Writtik Maity" userId="b88307ae11ff2132" providerId="LiveId" clId="{5CF45725-9AD5-4B75-B835-B898E9CFE884}" dt="2023-01-10T14:12:54.119" v="5959"/>
          <ac:spMkLst>
            <pc:docMk/>
            <pc:sldMasterMk cId="1797572916" sldId="2147483749"/>
            <ac:spMk id="29" creationId="{00000000-0000-0000-0000-000000000000}"/>
          </ac:spMkLst>
        </pc:spChg>
        <pc:grpChg chg="mod">
          <ac:chgData name="Writtik Maity" userId="b88307ae11ff2132" providerId="LiveId" clId="{5CF45725-9AD5-4B75-B835-B898E9CFE884}" dt="2023-01-10T14:12:54.119" v="5959"/>
          <ac:grpSpMkLst>
            <pc:docMk/>
            <pc:sldMasterMk cId="1797572916" sldId="2147483749"/>
            <ac:grpSpMk id="7" creationId="{00000000-0000-0000-0000-000000000000}"/>
          </ac:grpSpMkLst>
        </pc:grpChg>
        <pc:cxnChg chg="mod">
          <ac:chgData name="Writtik Maity" userId="b88307ae11ff2132" providerId="LiveId" clId="{5CF45725-9AD5-4B75-B835-B898E9CFE884}" dt="2023-01-10T14:12:54.119" v="5959"/>
          <ac:cxnSpMkLst>
            <pc:docMk/>
            <pc:sldMasterMk cId="1797572916" sldId="2147483749"/>
            <ac:cxnSpMk id="20" creationId="{00000000-0000-0000-0000-000000000000}"/>
          </ac:cxnSpMkLst>
        </pc:cxnChg>
        <pc:cxnChg chg="mod">
          <ac:chgData name="Writtik Maity" userId="b88307ae11ff2132" providerId="LiveId" clId="{5CF45725-9AD5-4B75-B835-B898E9CFE884}" dt="2023-01-10T14:12:54.119" v="5959"/>
          <ac:cxnSpMkLst>
            <pc:docMk/>
            <pc:sldMasterMk cId="1797572916" sldId="2147483749"/>
            <ac:cxnSpMk id="21" creationId="{00000000-0000-0000-0000-000000000000}"/>
          </ac:cxnSpMkLst>
        </pc:cxnChg>
        <pc:sldLayoutChg chg="modSp">
          <pc:chgData name="Writtik Maity" userId="b88307ae11ff2132" providerId="LiveId" clId="{5CF45725-9AD5-4B75-B835-B898E9CFE884}" dt="2023-01-10T14:12:54.119" v="5959"/>
          <pc:sldLayoutMkLst>
            <pc:docMk/>
            <pc:sldMasterMk cId="1797572916" sldId="2147483749"/>
            <pc:sldLayoutMk cId="1752015628" sldId="2147483750"/>
          </pc:sldLayoutMkLst>
          <pc:spChg chg="mod">
            <ac:chgData name="Writtik Maity" userId="b88307ae11ff2132" providerId="LiveId" clId="{5CF45725-9AD5-4B75-B835-B898E9CFE884}" dt="2023-01-10T14:12:54.119" v="5959"/>
            <ac:spMkLst>
              <pc:docMk/>
              <pc:sldMasterMk cId="1797572916" sldId="2147483749"/>
              <pc:sldLayoutMk cId="1752015628" sldId="2147483750"/>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19"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24"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26"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27"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28"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29"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30"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752015628" sldId="2147483750"/>
              <ac:spMk id="31" creationId="{00000000-0000-0000-0000-000000000000}"/>
            </ac:spMkLst>
          </pc:spChg>
          <pc:grpChg chg="mod">
            <ac:chgData name="Writtik Maity" userId="b88307ae11ff2132" providerId="LiveId" clId="{5CF45725-9AD5-4B75-B835-B898E9CFE884}" dt="2023-01-10T14:12:54.119" v="5959"/>
            <ac:grpSpMkLst>
              <pc:docMk/>
              <pc:sldMasterMk cId="1797572916" sldId="2147483749"/>
              <pc:sldLayoutMk cId="1752015628" sldId="2147483750"/>
              <ac:grpSpMk id="7" creationId="{00000000-0000-0000-0000-000000000000}"/>
            </ac:grpSpMkLst>
          </pc:grpChg>
          <pc:cxnChg chg="mod">
            <ac:chgData name="Writtik Maity" userId="b88307ae11ff2132" providerId="LiveId" clId="{5CF45725-9AD5-4B75-B835-B898E9CFE884}" dt="2023-01-10T14:12:54.119" v="5959"/>
            <ac:cxnSpMkLst>
              <pc:docMk/>
              <pc:sldMasterMk cId="1797572916" sldId="2147483749"/>
              <pc:sldLayoutMk cId="1752015628" sldId="2147483750"/>
              <ac:cxnSpMk id="21" creationId="{00000000-0000-0000-0000-000000000000}"/>
            </ac:cxnSpMkLst>
          </pc:cxnChg>
          <pc:cxnChg chg="mod">
            <ac:chgData name="Writtik Maity" userId="b88307ae11ff2132" providerId="LiveId" clId="{5CF45725-9AD5-4B75-B835-B898E9CFE884}" dt="2023-01-10T14:12:54.119" v="5959"/>
            <ac:cxnSpMkLst>
              <pc:docMk/>
              <pc:sldMasterMk cId="1797572916" sldId="2147483749"/>
              <pc:sldLayoutMk cId="1752015628" sldId="2147483750"/>
              <ac:cxnSpMk id="32" creationId="{00000000-0000-0000-0000-000000000000}"/>
            </ac:cxnSpMkLst>
          </pc:cxnChg>
        </pc:sldLayoutChg>
        <pc:sldLayoutChg chg="modSp">
          <pc:chgData name="Writtik Maity" userId="b88307ae11ff2132" providerId="LiveId" clId="{5CF45725-9AD5-4B75-B835-B898E9CFE884}" dt="2023-01-10T14:12:54.119" v="5959"/>
          <pc:sldLayoutMkLst>
            <pc:docMk/>
            <pc:sldMasterMk cId="1797572916" sldId="2147483749"/>
            <pc:sldLayoutMk cId="3700088099" sldId="2147483752"/>
          </pc:sldLayoutMkLst>
          <pc:spChg chg="mod">
            <ac:chgData name="Writtik Maity" userId="b88307ae11ff2132" providerId="LiveId" clId="{5CF45725-9AD5-4B75-B835-B898E9CFE884}" dt="2023-01-10T14:12:54.119" v="5959"/>
            <ac:spMkLst>
              <pc:docMk/>
              <pc:sldMasterMk cId="1797572916" sldId="2147483749"/>
              <pc:sldLayoutMk cId="3700088099" sldId="2147483752"/>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700088099" sldId="2147483752"/>
              <ac:spMk id="3"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2428706960" sldId="2147483753"/>
          </pc:sldLayoutMkLst>
          <pc:spChg chg="mod">
            <ac:chgData name="Writtik Maity" userId="b88307ae11ff2132" providerId="LiveId" clId="{5CF45725-9AD5-4B75-B835-B898E9CFE884}" dt="2023-01-10T14:12:54.119" v="5959"/>
            <ac:spMkLst>
              <pc:docMk/>
              <pc:sldMasterMk cId="1797572916" sldId="2147483749"/>
              <pc:sldLayoutMk cId="2428706960" sldId="2147483753"/>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2428706960" sldId="2147483753"/>
              <ac:spMk id="4"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232011952" sldId="2147483754"/>
          </pc:sldLayoutMkLst>
          <pc:spChg chg="mod">
            <ac:chgData name="Writtik Maity" userId="b88307ae11ff2132" providerId="LiveId" clId="{5CF45725-9AD5-4B75-B835-B898E9CFE884}" dt="2023-01-10T14:12:54.119" v="5959"/>
            <ac:spMkLst>
              <pc:docMk/>
              <pc:sldMasterMk cId="1797572916" sldId="2147483749"/>
              <pc:sldLayoutMk cId="3232011952" sldId="2147483754"/>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232011952" sldId="2147483754"/>
              <ac:spMk id="4"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232011952" sldId="2147483754"/>
              <ac:spMk id="5"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232011952" sldId="2147483754"/>
              <ac:spMk id="6"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2529622056" sldId="2147483755"/>
          </pc:sldLayoutMkLst>
          <pc:spChg chg="mod">
            <ac:chgData name="Writtik Maity" userId="b88307ae11ff2132" providerId="LiveId" clId="{5CF45725-9AD5-4B75-B835-B898E9CFE884}" dt="2023-01-10T14:12:54.119" v="5959"/>
            <ac:spMkLst>
              <pc:docMk/>
              <pc:sldMasterMk cId="1797572916" sldId="2147483749"/>
              <pc:sldLayoutMk cId="2529622056" sldId="2147483755"/>
              <ac:spMk id="2"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918908491" sldId="2147483757"/>
          </pc:sldLayoutMkLst>
          <pc:spChg chg="mod">
            <ac:chgData name="Writtik Maity" userId="b88307ae11ff2132" providerId="LiveId" clId="{5CF45725-9AD5-4B75-B835-B898E9CFE884}" dt="2023-01-10T14:12:54.119" v="5959"/>
            <ac:spMkLst>
              <pc:docMk/>
              <pc:sldMasterMk cId="1797572916" sldId="2147483749"/>
              <pc:sldLayoutMk cId="3918908491" sldId="2147483757"/>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918908491" sldId="2147483757"/>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918908491" sldId="2147483757"/>
              <ac:spMk id="4"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395470739" sldId="2147483758"/>
          </pc:sldLayoutMkLst>
          <pc:spChg chg="mod">
            <ac:chgData name="Writtik Maity" userId="b88307ae11ff2132" providerId="LiveId" clId="{5CF45725-9AD5-4B75-B835-B898E9CFE884}" dt="2023-01-10T14:12:54.119" v="5959"/>
            <ac:spMkLst>
              <pc:docMk/>
              <pc:sldMasterMk cId="1797572916" sldId="2147483749"/>
              <pc:sldLayoutMk cId="3395470739" sldId="2147483758"/>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395470739" sldId="2147483758"/>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395470739" sldId="2147483758"/>
              <ac:spMk id="4"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892680099" sldId="2147483759"/>
          </pc:sldLayoutMkLst>
          <pc:spChg chg="mod">
            <ac:chgData name="Writtik Maity" userId="b88307ae11ff2132" providerId="LiveId" clId="{5CF45725-9AD5-4B75-B835-B898E9CFE884}" dt="2023-01-10T14:12:54.119" v="5959"/>
            <ac:spMkLst>
              <pc:docMk/>
              <pc:sldMasterMk cId="1797572916" sldId="2147483749"/>
              <pc:sldLayoutMk cId="3892680099" sldId="2147483759"/>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892680099" sldId="2147483759"/>
              <ac:spMk id="3"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2158819061" sldId="2147483760"/>
          </pc:sldLayoutMkLst>
          <pc:spChg chg="mod">
            <ac:chgData name="Writtik Maity" userId="b88307ae11ff2132" providerId="LiveId" clId="{5CF45725-9AD5-4B75-B835-B898E9CFE884}" dt="2023-01-10T14:12:54.119" v="5959"/>
            <ac:spMkLst>
              <pc:docMk/>
              <pc:sldMasterMk cId="1797572916" sldId="2147483749"/>
              <pc:sldLayoutMk cId="2158819061" sldId="2147483760"/>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2158819061" sldId="2147483760"/>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2158819061" sldId="2147483760"/>
              <ac:spMk id="20"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2158819061" sldId="2147483760"/>
              <ac:spMk id="2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2158819061" sldId="2147483760"/>
              <ac:spMk id="23"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052956169" sldId="2147483761"/>
          </pc:sldLayoutMkLst>
          <pc:spChg chg="mod">
            <ac:chgData name="Writtik Maity" userId="b88307ae11ff2132" providerId="LiveId" clId="{5CF45725-9AD5-4B75-B835-B898E9CFE884}" dt="2023-01-10T14:12:54.119" v="5959"/>
            <ac:spMkLst>
              <pc:docMk/>
              <pc:sldMasterMk cId="1797572916" sldId="2147483749"/>
              <pc:sldLayoutMk cId="3052956169" sldId="2147483761"/>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052956169" sldId="2147483761"/>
              <ac:spMk id="3"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1530319939" sldId="2147483762"/>
          </pc:sldLayoutMkLst>
          <pc:spChg chg="mod">
            <ac:chgData name="Writtik Maity" userId="b88307ae11ff2132" providerId="LiveId" clId="{5CF45725-9AD5-4B75-B835-B898E9CFE884}" dt="2023-01-10T14:12:54.119" v="5959"/>
            <ac:spMkLst>
              <pc:docMk/>
              <pc:sldMasterMk cId="1797572916" sldId="2147483749"/>
              <pc:sldLayoutMk cId="1530319939" sldId="2147483762"/>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530319939" sldId="2147483762"/>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530319939" sldId="2147483762"/>
              <ac:spMk id="2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530319939" sldId="2147483762"/>
              <ac:spMk id="24"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1530319939" sldId="2147483762"/>
              <ac:spMk id="25"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174555953" sldId="2147483763"/>
          </pc:sldLayoutMkLst>
          <pc:spChg chg="mod">
            <ac:chgData name="Writtik Maity" userId="b88307ae11ff2132" providerId="LiveId" clId="{5CF45725-9AD5-4B75-B835-B898E9CFE884}" dt="2023-01-10T14:12:54.119" v="5959"/>
            <ac:spMkLst>
              <pc:docMk/>
              <pc:sldMasterMk cId="1797572916" sldId="2147483749"/>
              <pc:sldLayoutMk cId="3174555953" sldId="2147483763"/>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174555953" sldId="2147483763"/>
              <ac:spMk id="3"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174555953" sldId="2147483763"/>
              <ac:spMk id="23" creationId="{00000000-0000-0000-0000-000000000000}"/>
            </ac:spMkLst>
          </pc:spChg>
        </pc:sldLayoutChg>
        <pc:sldLayoutChg chg="modSp">
          <pc:chgData name="Writtik Maity" userId="b88307ae11ff2132" providerId="LiveId" clId="{5CF45725-9AD5-4B75-B835-B898E9CFE884}" dt="2023-01-10T14:12:54.119" v="5959"/>
          <pc:sldLayoutMkLst>
            <pc:docMk/>
            <pc:sldMasterMk cId="1797572916" sldId="2147483749"/>
            <pc:sldLayoutMk cId="3531932594" sldId="2147483765"/>
          </pc:sldLayoutMkLst>
          <pc:spChg chg="mod">
            <ac:chgData name="Writtik Maity" userId="b88307ae11ff2132" providerId="LiveId" clId="{5CF45725-9AD5-4B75-B835-B898E9CFE884}" dt="2023-01-10T14:12:54.119" v="5959"/>
            <ac:spMkLst>
              <pc:docMk/>
              <pc:sldMasterMk cId="1797572916" sldId="2147483749"/>
              <pc:sldLayoutMk cId="3531932594" sldId="2147483765"/>
              <ac:spMk id="2" creationId="{00000000-0000-0000-0000-000000000000}"/>
            </ac:spMkLst>
          </pc:spChg>
          <pc:spChg chg="mod">
            <ac:chgData name="Writtik Maity" userId="b88307ae11ff2132" providerId="LiveId" clId="{5CF45725-9AD5-4B75-B835-B898E9CFE884}" dt="2023-01-10T14:12:54.119" v="5959"/>
            <ac:spMkLst>
              <pc:docMk/>
              <pc:sldMasterMk cId="1797572916" sldId="2147483749"/>
              <pc:sldLayoutMk cId="3531932594" sldId="2147483765"/>
              <ac:spMk id="3" creationId="{00000000-0000-0000-0000-000000000000}"/>
            </ac:spMkLst>
          </pc:spChg>
        </pc:sldLayoutChg>
      </pc:sldMasterChg>
      <pc:sldMasterChg chg="modSp modSldLayout">
        <pc:chgData name="Writtik Maity" userId="b88307ae11ff2132" providerId="LiveId" clId="{5CF45725-9AD5-4B75-B835-B898E9CFE884}" dt="2023-01-10T14:14:40.266" v="5971"/>
        <pc:sldMasterMkLst>
          <pc:docMk/>
          <pc:sldMasterMk cId="1722730371" sldId="2147483766"/>
        </pc:sldMasterMkLst>
        <pc:spChg chg="mod">
          <ac:chgData name="Writtik Maity" userId="b88307ae11ff2132" providerId="LiveId" clId="{5CF45725-9AD5-4B75-B835-B898E9CFE884}" dt="2023-01-10T14:14:40.266" v="5971"/>
          <ac:spMkLst>
            <pc:docMk/>
            <pc:sldMasterMk cId="1722730371" sldId="2147483766"/>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4"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5"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6"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7"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0"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1"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2"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3"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4"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5" creationId="{00000000-0000-0000-0000-000000000000}"/>
          </ac:spMkLst>
        </pc:spChg>
        <pc:spChg chg="mod">
          <ac:chgData name="Writtik Maity" userId="b88307ae11ff2132" providerId="LiveId" clId="{5CF45725-9AD5-4B75-B835-B898E9CFE884}" dt="2023-01-10T14:14:40.266" v="5971"/>
          <ac:spMkLst>
            <pc:docMk/>
            <pc:sldMasterMk cId="1722730371" sldId="2147483766"/>
            <ac:spMk id="16" creationId="{00000000-0000-0000-0000-000000000000}"/>
          </ac:spMkLst>
        </pc:spChg>
        <pc:grpChg chg="mod">
          <ac:chgData name="Writtik Maity" userId="b88307ae11ff2132" providerId="LiveId" clId="{5CF45725-9AD5-4B75-B835-B898E9CFE884}" dt="2023-01-10T14:14:40.266" v="5971"/>
          <ac:grpSpMkLst>
            <pc:docMk/>
            <pc:sldMasterMk cId="1722730371" sldId="2147483766"/>
            <ac:grpSpMk id="17" creationId="{00000000-0000-0000-0000-000000000000}"/>
          </ac:grpSpMkLst>
        </pc:grpChg>
        <pc:cxnChg chg="mod">
          <ac:chgData name="Writtik Maity" userId="b88307ae11ff2132" providerId="LiveId" clId="{5CF45725-9AD5-4B75-B835-B898E9CFE884}" dt="2023-01-10T14:14:40.266" v="5971"/>
          <ac:cxnSpMkLst>
            <pc:docMk/>
            <pc:sldMasterMk cId="1722730371" sldId="2147483766"/>
            <ac:cxnSpMk id="8" creationId="{00000000-0000-0000-0000-000000000000}"/>
          </ac:cxnSpMkLst>
        </pc:cxnChg>
        <pc:cxnChg chg="mod">
          <ac:chgData name="Writtik Maity" userId="b88307ae11ff2132" providerId="LiveId" clId="{5CF45725-9AD5-4B75-B835-B898E9CFE884}" dt="2023-01-10T14:14:40.266" v="5971"/>
          <ac:cxnSpMkLst>
            <pc:docMk/>
            <pc:sldMasterMk cId="1722730371" sldId="2147483766"/>
            <ac:cxnSpMk id="9" creationId="{00000000-0000-0000-0000-000000000000}"/>
          </ac:cxnSpMkLst>
        </pc:cxnChg>
        <pc:sldLayoutChg chg="modSp">
          <pc:chgData name="Writtik Maity" userId="b88307ae11ff2132" providerId="LiveId" clId="{5CF45725-9AD5-4B75-B835-B898E9CFE884}" dt="2023-01-10T14:14:40.266" v="5971"/>
          <pc:sldLayoutMkLst>
            <pc:docMk/>
            <pc:sldMasterMk cId="1722730371" sldId="2147483766"/>
            <pc:sldLayoutMk cId="1798631384" sldId="2147483767"/>
          </pc:sldLayoutMkLst>
          <pc:spChg chg="mod">
            <ac:chgData name="Writtik Maity" userId="b88307ae11ff2132" providerId="LiveId" clId="{5CF45725-9AD5-4B75-B835-B898E9CFE884}" dt="2023-01-10T14:14:40.266" v="5971"/>
            <ac:spMkLst>
              <pc:docMk/>
              <pc:sldMasterMk cId="1722730371" sldId="2147483766"/>
              <pc:sldLayoutMk cId="1798631384" sldId="2147483767"/>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19"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0"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1"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4"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5"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8631384" sldId="2147483767"/>
              <ac:spMk id="28" creationId="{00000000-0000-0000-0000-000000000000}"/>
            </ac:spMkLst>
          </pc:spChg>
          <pc:grpChg chg="mod">
            <ac:chgData name="Writtik Maity" userId="b88307ae11ff2132" providerId="LiveId" clId="{5CF45725-9AD5-4B75-B835-B898E9CFE884}" dt="2023-01-10T14:14:40.266" v="5971"/>
            <ac:grpSpMkLst>
              <pc:docMk/>
              <pc:sldMasterMk cId="1722730371" sldId="2147483766"/>
              <pc:sldLayoutMk cId="1798631384" sldId="2147483767"/>
              <ac:grpSpMk id="7" creationId="{00000000-0000-0000-0000-000000000000}"/>
            </ac:grpSpMkLst>
          </pc:grpChg>
          <pc:cxnChg chg="mod">
            <ac:chgData name="Writtik Maity" userId="b88307ae11ff2132" providerId="LiveId" clId="{5CF45725-9AD5-4B75-B835-B898E9CFE884}" dt="2023-01-10T14:14:40.266" v="5971"/>
            <ac:cxnSpMkLst>
              <pc:docMk/>
              <pc:sldMasterMk cId="1722730371" sldId="2147483766"/>
              <pc:sldLayoutMk cId="1798631384" sldId="2147483767"/>
              <ac:cxnSpMk id="17" creationId="{00000000-0000-0000-0000-000000000000}"/>
            </ac:cxnSpMkLst>
          </pc:cxnChg>
          <pc:cxnChg chg="mod">
            <ac:chgData name="Writtik Maity" userId="b88307ae11ff2132" providerId="LiveId" clId="{5CF45725-9AD5-4B75-B835-B898E9CFE884}" dt="2023-01-10T14:14:40.266" v="5971"/>
            <ac:cxnSpMkLst>
              <pc:docMk/>
              <pc:sldMasterMk cId="1722730371" sldId="2147483766"/>
              <pc:sldLayoutMk cId="1798631384" sldId="2147483767"/>
              <ac:cxnSpMk id="18" creationId="{00000000-0000-0000-0000-000000000000}"/>
            </ac:cxnSpMkLst>
          </pc:cxnChg>
        </pc:sldLayoutChg>
        <pc:sldLayoutChg chg="modSp">
          <pc:chgData name="Writtik Maity" userId="b88307ae11ff2132" providerId="LiveId" clId="{5CF45725-9AD5-4B75-B835-B898E9CFE884}" dt="2023-01-10T14:14:40.266" v="5971"/>
          <pc:sldLayoutMkLst>
            <pc:docMk/>
            <pc:sldMasterMk cId="1722730371" sldId="2147483766"/>
            <pc:sldLayoutMk cId="4168846116" sldId="2147483769"/>
          </pc:sldLayoutMkLst>
          <pc:spChg chg="mod">
            <ac:chgData name="Writtik Maity" userId="b88307ae11ff2132" providerId="LiveId" clId="{5CF45725-9AD5-4B75-B835-B898E9CFE884}" dt="2023-01-10T14:14:40.266" v="5971"/>
            <ac:spMkLst>
              <pc:docMk/>
              <pc:sldMasterMk cId="1722730371" sldId="2147483766"/>
              <pc:sldLayoutMk cId="4168846116" sldId="2147483769"/>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4168846116" sldId="2147483769"/>
              <ac:spMk id="3"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1834833105" sldId="2147483770"/>
          </pc:sldLayoutMkLst>
          <pc:spChg chg="mod">
            <ac:chgData name="Writtik Maity" userId="b88307ae11ff2132" providerId="LiveId" clId="{5CF45725-9AD5-4B75-B835-B898E9CFE884}" dt="2023-01-10T14:14:40.266" v="5971"/>
            <ac:spMkLst>
              <pc:docMk/>
              <pc:sldMasterMk cId="1722730371" sldId="2147483766"/>
              <pc:sldLayoutMk cId="1834833105" sldId="2147483770"/>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834833105" sldId="2147483770"/>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834833105" sldId="2147483770"/>
              <ac:spMk id="4"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3023699469" sldId="2147483771"/>
          </pc:sldLayoutMkLst>
          <pc:spChg chg="mod">
            <ac:chgData name="Writtik Maity" userId="b88307ae11ff2132" providerId="LiveId" clId="{5CF45725-9AD5-4B75-B835-B898E9CFE884}" dt="2023-01-10T14:14:40.266" v="5971"/>
            <ac:spMkLst>
              <pc:docMk/>
              <pc:sldMasterMk cId="1722730371" sldId="2147483766"/>
              <pc:sldLayoutMk cId="3023699469" sldId="2147483771"/>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023699469" sldId="2147483771"/>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023699469" sldId="2147483771"/>
              <ac:spMk id="4"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023699469" sldId="2147483771"/>
              <ac:spMk id="5"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023699469" sldId="2147483771"/>
              <ac:spMk id="6"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2538121731" sldId="2147483772"/>
          </pc:sldLayoutMkLst>
          <pc:spChg chg="mod">
            <ac:chgData name="Writtik Maity" userId="b88307ae11ff2132" providerId="LiveId" clId="{5CF45725-9AD5-4B75-B835-B898E9CFE884}" dt="2023-01-10T14:14:40.266" v="5971"/>
            <ac:spMkLst>
              <pc:docMk/>
              <pc:sldMasterMk cId="1722730371" sldId="2147483766"/>
              <pc:sldLayoutMk cId="2538121731" sldId="2147483772"/>
              <ac:spMk id="2"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2189599253" sldId="2147483774"/>
          </pc:sldLayoutMkLst>
          <pc:spChg chg="mod">
            <ac:chgData name="Writtik Maity" userId="b88307ae11ff2132" providerId="LiveId" clId="{5CF45725-9AD5-4B75-B835-B898E9CFE884}" dt="2023-01-10T14:14:40.266" v="5971"/>
            <ac:spMkLst>
              <pc:docMk/>
              <pc:sldMasterMk cId="1722730371" sldId="2147483766"/>
              <pc:sldLayoutMk cId="2189599253" sldId="2147483774"/>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2189599253" sldId="2147483774"/>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2189599253" sldId="2147483774"/>
              <ac:spMk id="4"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3882692210" sldId="2147483775"/>
          </pc:sldLayoutMkLst>
          <pc:spChg chg="mod">
            <ac:chgData name="Writtik Maity" userId="b88307ae11ff2132" providerId="LiveId" clId="{5CF45725-9AD5-4B75-B835-B898E9CFE884}" dt="2023-01-10T14:14:40.266" v="5971"/>
            <ac:spMkLst>
              <pc:docMk/>
              <pc:sldMasterMk cId="1722730371" sldId="2147483766"/>
              <pc:sldLayoutMk cId="3882692210" sldId="2147483775"/>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882692210" sldId="2147483775"/>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882692210" sldId="2147483775"/>
              <ac:spMk id="4"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1266475686" sldId="2147483776"/>
          </pc:sldLayoutMkLst>
          <pc:spChg chg="mod">
            <ac:chgData name="Writtik Maity" userId="b88307ae11ff2132" providerId="LiveId" clId="{5CF45725-9AD5-4B75-B835-B898E9CFE884}" dt="2023-01-10T14:14:40.266" v="5971"/>
            <ac:spMkLst>
              <pc:docMk/>
              <pc:sldMasterMk cId="1722730371" sldId="2147483766"/>
              <pc:sldLayoutMk cId="1266475686" sldId="2147483776"/>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266475686" sldId="2147483776"/>
              <ac:spMk id="3"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411620368" sldId="2147483777"/>
          </pc:sldLayoutMkLst>
          <pc:spChg chg="mod">
            <ac:chgData name="Writtik Maity" userId="b88307ae11ff2132" providerId="LiveId" clId="{5CF45725-9AD5-4B75-B835-B898E9CFE884}" dt="2023-01-10T14:14:40.266" v="5971"/>
            <ac:spMkLst>
              <pc:docMk/>
              <pc:sldMasterMk cId="1722730371" sldId="2147483766"/>
              <pc:sldLayoutMk cId="411620368" sldId="2147483777"/>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411620368" sldId="2147483777"/>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411620368" sldId="2147483777"/>
              <ac:spMk id="2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411620368" sldId="2147483777"/>
              <ac:spMk id="24"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411620368" sldId="2147483777"/>
              <ac:spMk id="25"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3254736178" sldId="2147483778"/>
          </pc:sldLayoutMkLst>
          <pc:spChg chg="mod">
            <ac:chgData name="Writtik Maity" userId="b88307ae11ff2132" providerId="LiveId" clId="{5CF45725-9AD5-4B75-B835-B898E9CFE884}" dt="2023-01-10T14:14:40.266" v="5971"/>
            <ac:spMkLst>
              <pc:docMk/>
              <pc:sldMasterMk cId="1722730371" sldId="2147483766"/>
              <pc:sldLayoutMk cId="3254736178" sldId="2147483778"/>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254736178" sldId="2147483778"/>
              <ac:spMk id="3"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3164064587" sldId="2147483779"/>
          </pc:sldLayoutMkLst>
          <pc:spChg chg="mod">
            <ac:chgData name="Writtik Maity" userId="b88307ae11ff2132" providerId="LiveId" clId="{5CF45725-9AD5-4B75-B835-B898E9CFE884}" dt="2023-01-10T14:14:40.266" v="5971"/>
            <ac:spMkLst>
              <pc:docMk/>
              <pc:sldMasterMk cId="1722730371" sldId="2147483766"/>
              <pc:sldLayoutMk cId="3164064587" sldId="2147483779"/>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164064587" sldId="2147483779"/>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164064587" sldId="2147483779"/>
              <ac:spMk id="2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164064587" sldId="2147483779"/>
              <ac:spMk id="24"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3164064587" sldId="2147483779"/>
              <ac:spMk id="25"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22113659" sldId="2147483780"/>
          </pc:sldLayoutMkLst>
          <pc:spChg chg="mod">
            <ac:chgData name="Writtik Maity" userId="b88307ae11ff2132" providerId="LiveId" clId="{5CF45725-9AD5-4B75-B835-B898E9CFE884}" dt="2023-01-10T14:14:40.266" v="5971"/>
            <ac:spMkLst>
              <pc:docMk/>
              <pc:sldMasterMk cId="1722730371" sldId="2147483766"/>
              <pc:sldLayoutMk cId="22113659" sldId="2147483780"/>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22113659" sldId="2147483780"/>
              <ac:spMk id="3"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22113659" sldId="2147483780"/>
              <ac:spMk id="23" creationId="{00000000-0000-0000-0000-000000000000}"/>
            </ac:spMkLst>
          </pc:spChg>
        </pc:sldLayoutChg>
        <pc:sldLayoutChg chg="modSp">
          <pc:chgData name="Writtik Maity" userId="b88307ae11ff2132" providerId="LiveId" clId="{5CF45725-9AD5-4B75-B835-B898E9CFE884}" dt="2023-01-10T14:14:40.266" v="5971"/>
          <pc:sldLayoutMkLst>
            <pc:docMk/>
            <pc:sldMasterMk cId="1722730371" sldId="2147483766"/>
            <pc:sldLayoutMk cId="1799162254" sldId="2147483782"/>
          </pc:sldLayoutMkLst>
          <pc:spChg chg="mod">
            <ac:chgData name="Writtik Maity" userId="b88307ae11ff2132" providerId="LiveId" clId="{5CF45725-9AD5-4B75-B835-B898E9CFE884}" dt="2023-01-10T14:14:40.266" v="5971"/>
            <ac:spMkLst>
              <pc:docMk/>
              <pc:sldMasterMk cId="1722730371" sldId="2147483766"/>
              <pc:sldLayoutMk cId="1799162254" sldId="2147483782"/>
              <ac:spMk id="2" creationId="{00000000-0000-0000-0000-000000000000}"/>
            </ac:spMkLst>
          </pc:spChg>
          <pc:spChg chg="mod">
            <ac:chgData name="Writtik Maity" userId="b88307ae11ff2132" providerId="LiveId" clId="{5CF45725-9AD5-4B75-B835-B898E9CFE884}" dt="2023-01-10T14:14:40.266" v="5971"/>
            <ac:spMkLst>
              <pc:docMk/>
              <pc:sldMasterMk cId="1722730371" sldId="2147483766"/>
              <pc:sldLayoutMk cId="1799162254" sldId="2147483782"/>
              <ac:spMk id="3" creationId="{00000000-0000-0000-0000-000000000000}"/>
            </ac:spMkLst>
          </pc:spChg>
        </pc:sldLayoutChg>
      </pc:sldMasterChg>
      <pc:sldMasterChg chg="modSp modSldLayout">
        <pc:chgData name="Writtik Maity" userId="b88307ae11ff2132" providerId="LiveId" clId="{5CF45725-9AD5-4B75-B835-B898E9CFE884}" dt="2023-01-10T14:14:38.853" v="5969"/>
        <pc:sldMasterMkLst>
          <pc:docMk/>
          <pc:sldMasterMk cId="2893004344" sldId="2147483783"/>
        </pc:sldMasterMkLst>
        <pc:spChg chg="mod">
          <ac:chgData name="Writtik Maity" userId="b88307ae11ff2132" providerId="LiveId" clId="{5CF45725-9AD5-4B75-B835-B898E9CFE884}" dt="2023-01-10T14:14:38.853" v="5969"/>
          <ac:spMkLst>
            <pc:docMk/>
            <pc:sldMasterMk cId="2893004344" sldId="2147483783"/>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4"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5"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6"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7"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0"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1"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2"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3"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4"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5" creationId="{00000000-0000-0000-0000-000000000000}"/>
          </ac:spMkLst>
        </pc:spChg>
        <pc:spChg chg="mod">
          <ac:chgData name="Writtik Maity" userId="b88307ae11ff2132" providerId="LiveId" clId="{5CF45725-9AD5-4B75-B835-B898E9CFE884}" dt="2023-01-10T14:14:38.853" v="5969"/>
          <ac:spMkLst>
            <pc:docMk/>
            <pc:sldMasterMk cId="2893004344" sldId="2147483783"/>
            <ac:spMk id="16" creationId="{00000000-0000-0000-0000-000000000000}"/>
          </ac:spMkLst>
        </pc:spChg>
        <pc:grpChg chg="mod">
          <ac:chgData name="Writtik Maity" userId="b88307ae11ff2132" providerId="LiveId" clId="{5CF45725-9AD5-4B75-B835-B898E9CFE884}" dt="2023-01-10T14:14:38.853" v="5969"/>
          <ac:grpSpMkLst>
            <pc:docMk/>
            <pc:sldMasterMk cId="2893004344" sldId="2147483783"/>
            <ac:grpSpMk id="17" creationId="{00000000-0000-0000-0000-000000000000}"/>
          </ac:grpSpMkLst>
        </pc:grpChg>
        <pc:cxnChg chg="mod">
          <ac:chgData name="Writtik Maity" userId="b88307ae11ff2132" providerId="LiveId" clId="{5CF45725-9AD5-4B75-B835-B898E9CFE884}" dt="2023-01-10T14:14:38.853" v="5969"/>
          <ac:cxnSpMkLst>
            <pc:docMk/>
            <pc:sldMasterMk cId="2893004344" sldId="2147483783"/>
            <ac:cxnSpMk id="8" creationId="{00000000-0000-0000-0000-000000000000}"/>
          </ac:cxnSpMkLst>
        </pc:cxnChg>
        <pc:cxnChg chg="mod">
          <ac:chgData name="Writtik Maity" userId="b88307ae11ff2132" providerId="LiveId" clId="{5CF45725-9AD5-4B75-B835-B898E9CFE884}" dt="2023-01-10T14:14:38.853" v="5969"/>
          <ac:cxnSpMkLst>
            <pc:docMk/>
            <pc:sldMasterMk cId="2893004344" sldId="2147483783"/>
            <ac:cxnSpMk id="9" creationId="{00000000-0000-0000-0000-000000000000}"/>
          </ac:cxnSpMkLst>
        </pc:cxnChg>
        <pc:sldLayoutChg chg="modSp">
          <pc:chgData name="Writtik Maity" userId="b88307ae11ff2132" providerId="LiveId" clId="{5CF45725-9AD5-4B75-B835-B898E9CFE884}" dt="2023-01-10T14:14:38.853" v="5969"/>
          <pc:sldLayoutMkLst>
            <pc:docMk/>
            <pc:sldMasterMk cId="2893004344" sldId="2147483783"/>
            <pc:sldLayoutMk cId="163936750" sldId="2147483784"/>
          </pc:sldLayoutMkLst>
          <pc:spChg chg="mod">
            <ac:chgData name="Writtik Maity" userId="b88307ae11ff2132" providerId="LiveId" clId="{5CF45725-9AD5-4B75-B835-B898E9CFE884}" dt="2023-01-10T14:14:38.853" v="5969"/>
            <ac:spMkLst>
              <pc:docMk/>
              <pc:sldMasterMk cId="2893004344" sldId="2147483783"/>
              <pc:sldLayoutMk cId="163936750" sldId="2147483784"/>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19"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0"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1"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4"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5"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63936750" sldId="2147483784"/>
              <ac:spMk id="28" creationId="{00000000-0000-0000-0000-000000000000}"/>
            </ac:spMkLst>
          </pc:spChg>
          <pc:grpChg chg="mod">
            <ac:chgData name="Writtik Maity" userId="b88307ae11ff2132" providerId="LiveId" clId="{5CF45725-9AD5-4B75-B835-B898E9CFE884}" dt="2023-01-10T14:14:38.853" v="5969"/>
            <ac:grpSpMkLst>
              <pc:docMk/>
              <pc:sldMasterMk cId="2893004344" sldId="2147483783"/>
              <pc:sldLayoutMk cId="163936750" sldId="2147483784"/>
              <ac:grpSpMk id="7" creationId="{00000000-0000-0000-0000-000000000000}"/>
            </ac:grpSpMkLst>
          </pc:grpChg>
          <pc:cxnChg chg="mod">
            <ac:chgData name="Writtik Maity" userId="b88307ae11ff2132" providerId="LiveId" clId="{5CF45725-9AD5-4B75-B835-B898E9CFE884}" dt="2023-01-10T14:14:38.853" v="5969"/>
            <ac:cxnSpMkLst>
              <pc:docMk/>
              <pc:sldMasterMk cId="2893004344" sldId="2147483783"/>
              <pc:sldLayoutMk cId="163936750" sldId="2147483784"/>
              <ac:cxnSpMk id="17" creationId="{00000000-0000-0000-0000-000000000000}"/>
            </ac:cxnSpMkLst>
          </pc:cxnChg>
          <pc:cxnChg chg="mod">
            <ac:chgData name="Writtik Maity" userId="b88307ae11ff2132" providerId="LiveId" clId="{5CF45725-9AD5-4B75-B835-B898E9CFE884}" dt="2023-01-10T14:14:38.853" v="5969"/>
            <ac:cxnSpMkLst>
              <pc:docMk/>
              <pc:sldMasterMk cId="2893004344" sldId="2147483783"/>
              <pc:sldLayoutMk cId="163936750" sldId="2147483784"/>
              <ac:cxnSpMk id="18" creationId="{00000000-0000-0000-0000-000000000000}"/>
            </ac:cxnSpMkLst>
          </pc:cxnChg>
        </pc:sldLayoutChg>
        <pc:sldLayoutChg chg="modSp">
          <pc:chgData name="Writtik Maity" userId="b88307ae11ff2132" providerId="LiveId" clId="{5CF45725-9AD5-4B75-B835-B898E9CFE884}" dt="2023-01-10T14:14:38.853" v="5969"/>
          <pc:sldLayoutMkLst>
            <pc:docMk/>
            <pc:sldMasterMk cId="2893004344" sldId="2147483783"/>
            <pc:sldLayoutMk cId="664020069" sldId="2147483786"/>
          </pc:sldLayoutMkLst>
          <pc:spChg chg="mod">
            <ac:chgData name="Writtik Maity" userId="b88307ae11ff2132" providerId="LiveId" clId="{5CF45725-9AD5-4B75-B835-B898E9CFE884}" dt="2023-01-10T14:14:38.853" v="5969"/>
            <ac:spMkLst>
              <pc:docMk/>
              <pc:sldMasterMk cId="2893004344" sldId="2147483783"/>
              <pc:sldLayoutMk cId="664020069" sldId="2147483786"/>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664020069" sldId="2147483786"/>
              <ac:spMk id="3"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1901104874" sldId="2147483787"/>
          </pc:sldLayoutMkLst>
          <pc:spChg chg="mod">
            <ac:chgData name="Writtik Maity" userId="b88307ae11ff2132" providerId="LiveId" clId="{5CF45725-9AD5-4B75-B835-B898E9CFE884}" dt="2023-01-10T14:14:38.853" v="5969"/>
            <ac:spMkLst>
              <pc:docMk/>
              <pc:sldMasterMk cId="2893004344" sldId="2147483783"/>
              <pc:sldLayoutMk cId="1901104874" sldId="2147483787"/>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901104874" sldId="2147483787"/>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1901104874" sldId="2147483787"/>
              <ac:spMk id="4"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4268581222" sldId="2147483788"/>
          </pc:sldLayoutMkLst>
          <pc:spChg chg="mod">
            <ac:chgData name="Writtik Maity" userId="b88307ae11ff2132" providerId="LiveId" clId="{5CF45725-9AD5-4B75-B835-B898E9CFE884}" dt="2023-01-10T14:14:38.853" v="5969"/>
            <ac:spMkLst>
              <pc:docMk/>
              <pc:sldMasterMk cId="2893004344" sldId="2147483783"/>
              <pc:sldLayoutMk cId="4268581222" sldId="2147483788"/>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4268581222" sldId="2147483788"/>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4268581222" sldId="2147483788"/>
              <ac:spMk id="4"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4268581222" sldId="2147483788"/>
              <ac:spMk id="5"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4268581222" sldId="2147483788"/>
              <ac:spMk id="6"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1122758415" sldId="2147483789"/>
          </pc:sldLayoutMkLst>
          <pc:spChg chg="mod">
            <ac:chgData name="Writtik Maity" userId="b88307ae11ff2132" providerId="LiveId" clId="{5CF45725-9AD5-4B75-B835-B898E9CFE884}" dt="2023-01-10T14:14:38.853" v="5969"/>
            <ac:spMkLst>
              <pc:docMk/>
              <pc:sldMasterMk cId="2893004344" sldId="2147483783"/>
              <pc:sldLayoutMk cId="1122758415" sldId="2147483789"/>
              <ac:spMk id="2"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3557007" sldId="2147483791"/>
          </pc:sldLayoutMkLst>
          <pc:spChg chg="mod">
            <ac:chgData name="Writtik Maity" userId="b88307ae11ff2132" providerId="LiveId" clId="{5CF45725-9AD5-4B75-B835-B898E9CFE884}" dt="2023-01-10T14:14:38.853" v="5969"/>
            <ac:spMkLst>
              <pc:docMk/>
              <pc:sldMasterMk cId="2893004344" sldId="2147483783"/>
              <pc:sldLayoutMk cId="3557007" sldId="2147483791"/>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557007" sldId="2147483791"/>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557007" sldId="2147483791"/>
              <ac:spMk id="4"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217905760" sldId="2147483792"/>
          </pc:sldLayoutMkLst>
          <pc:spChg chg="mod">
            <ac:chgData name="Writtik Maity" userId="b88307ae11ff2132" providerId="LiveId" clId="{5CF45725-9AD5-4B75-B835-B898E9CFE884}" dt="2023-01-10T14:14:38.853" v="5969"/>
            <ac:spMkLst>
              <pc:docMk/>
              <pc:sldMasterMk cId="2893004344" sldId="2147483783"/>
              <pc:sldLayoutMk cId="217905760" sldId="2147483792"/>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7905760" sldId="2147483792"/>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7905760" sldId="2147483792"/>
              <ac:spMk id="4"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2301506947" sldId="2147483793"/>
          </pc:sldLayoutMkLst>
          <pc:spChg chg="mod">
            <ac:chgData name="Writtik Maity" userId="b88307ae11ff2132" providerId="LiveId" clId="{5CF45725-9AD5-4B75-B835-B898E9CFE884}" dt="2023-01-10T14:14:38.853" v="5969"/>
            <ac:spMkLst>
              <pc:docMk/>
              <pc:sldMasterMk cId="2893004344" sldId="2147483783"/>
              <pc:sldLayoutMk cId="2301506947" sldId="2147483793"/>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301506947" sldId="2147483793"/>
              <ac:spMk id="3"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3034619958" sldId="2147483794"/>
          </pc:sldLayoutMkLst>
          <pc:spChg chg="mod">
            <ac:chgData name="Writtik Maity" userId="b88307ae11ff2132" providerId="LiveId" clId="{5CF45725-9AD5-4B75-B835-B898E9CFE884}" dt="2023-01-10T14:14:38.853" v="5969"/>
            <ac:spMkLst>
              <pc:docMk/>
              <pc:sldMasterMk cId="2893004344" sldId="2147483783"/>
              <pc:sldLayoutMk cId="3034619958" sldId="2147483794"/>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034619958" sldId="2147483794"/>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034619958" sldId="2147483794"/>
              <ac:spMk id="2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034619958" sldId="2147483794"/>
              <ac:spMk id="24"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034619958" sldId="2147483794"/>
              <ac:spMk id="25"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4155839015" sldId="2147483795"/>
          </pc:sldLayoutMkLst>
          <pc:spChg chg="mod">
            <ac:chgData name="Writtik Maity" userId="b88307ae11ff2132" providerId="LiveId" clId="{5CF45725-9AD5-4B75-B835-B898E9CFE884}" dt="2023-01-10T14:14:38.853" v="5969"/>
            <ac:spMkLst>
              <pc:docMk/>
              <pc:sldMasterMk cId="2893004344" sldId="2147483783"/>
              <pc:sldLayoutMk cId="4155839015" sldId="2147483795"/>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4155839015" sldId="2147483795"/>
              <ac:spMk id="3"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2107525382" sldId="2147483796"/>
          </pc:sldLayoutMkLst>
          <pc:spChg chg="mod">
            <ac:chgData name="Writtik Maity" userId="b88307ae11ff2132" providerId="LiveId" clId="{5CF45725-9AD5-4B75-B835-B898E9CFE884}" dt="2023-01-10T14:14:38.853" v="5969"/>
            <ac:spMkLst>
              <pc:docMk/>
              <pc:sldMasterMk cId="2893004344" sldId="2147483783"/>
              <pc:sldLayoutMk cId="2107525382" sldId="2147483796"/>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07525382" sldId="2147483796"/>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07525382" sldId="2147483796"/>
              <ac:spMk id="2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07525382" sldId="2147483796"/>
              <ac:spMk id="24"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2107525382" sldId="2147483796"/>
              <ac:spMk id="25"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3688672418" sldId="2147483797"/>
          </pc:sldLayoutMkLst>
          <pc:spChg chg="mod">
            <ac:chgData name="Writtik Maity" userId="b88307ae11ff2132" providerId="LiveId" clId="{5CF45725-9AD5-4B75-B835-B898E9CFE884}" dt="2023-01-10T14:14:38.853" v="5969"/>
            <ac:spMkLst>
              <pc:docMk/>
              <pc:sldMasterMk cId="2893004344" sldId="2147483783"/>
              <pc:sldLayoutMk cId="3688672418" sldId="2147483797"/>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688672418" sldId="2147483797"/>
              <ac:spMk id="3"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688672418" sldId="2147483797"/>
              <ac:spMk id="23" creationId="{00000000-0000-0000-0000-000000000000}"/>
            </ac:spMkLst>
          </pc:spChg>
        </pc:sldLayoutChg>
        <pc:sldLayoutChg chg="modSp">
          <pc:chgData name="Writtik Maity" userId="b88307ae11ff2132" providerId="LiveId" clId="{5CF45725-9AD5-4B75-B835-B898E9CFE884}" dt="2023-01-10T14:14:38.853" v="5969"/>
          <pc:sldLayoutMkLst>
            <pc:docMk/>
            <pc:sldMasterMk cId="2893004344" sldId="2147483783"/>
            <pc:sldLayoutMk cId="3988773497" sldId="2147483799"/>
          </pc:sldLayoutMkLst>
          <pc:spChg chg="mod">
            <ac:chgData name="Writtik Maity" userId="b88307ae11ff2132" providerId="LiveId" clId="{5CF45725-9AD5-4B75-B835-B898E9CFE884}" dt="2023-01-10T14:14:38.853" v="5969"/>
            <ac:spMkLst>
              <pc:docMk/>
              <pc:sldMasterMk cId="2893004344" sldId="2147483783"/>
              <pc:sldLayoutMk cId="3988773497" sldId="2147483799"/>
              <ac:spMk id="2" creationId="{00000000-0000-0000-0000-000000000000}"/>
            </ac:spMkLst>
          </pc:spChg>
          <pc:spChg chg="mod">
            <ac:chgData name="Writtik Maity" userId="b88307ae11ff2132" providerId="LiveId" clId="{5CF45725-9AD5-4B75-B835-B898E9CFE884}" dt="2023-01-10T14:14:38.853" v="5969"/>
            <ac:spMkLst>
              <pc:docMk/>
              <pc:sldMasterMk cId="2893004344" sldId="2147483783"/>
              <pc:sldLayoutMk cId="3988773497" sldId="214748379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915AD2-51E9-4AC0-A3EB-B952D1195A22}" type="datetimeFigureOut">
              <a:rPr lang="en-US" smtClean="0"/>
              <a:t>1/17/2023</a:t>
            </a:fld>
            <a:endParaRPr lang="en-US"/>
          </a:p>
        </p:txBody>
      </p:sp>
      <p:sp>
        <p:nvSpPr>
          <p:cNvPr id="4" name="Slide Image Placeholder 3"/>
          <p:cNvSpPr>
            <a:spLocks noGrp="1" noRot="1" noChangeAspect="1"/>
          </p:cNvSpPr>
          <p:nvPr>
            <p:ph type="sldImg" idx="2"/>
          </p:nvPr>
        </p:nvSpPr>
        <p:spPr>
          <a:xfrm>
            <a:off x="1885950" y="1143000"/>
            <a:ext cx="30861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FCBA8-986E-4380-B846-523AA8BFD861}" type="slidenum">
              <a:rPr lang="en-US" smtClean="0"/>
              <a:t>‹#›</a:t>
            </a:fld>
            <a:endParaRPr lang="en-US"/>
          </a:p>
        </p:txBody>
      </p:sp>
    </p:spTree>
    <p:extLst>
      <p:ext uri="{BB962C8B-B14F-4D97-AF65-F5344CB8AC3E}">
        <p14:creationId xmlns:p14="http://schemas.microsoft.com/office/powerpoint/2010/main" val="108658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787" y="6400800"/>
            <a:ext cx="6856214"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0" y="6334316"/>
            <a:ext cx="68562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17220" y="758952"/>
            <a:ext cx="5657850" cy="356616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618779" y="4455621"/>
            <a:ext cx="5657850" cy="114300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cxnSp>
        <p:nvCxnSpPr>
          <p:cNvPr id="9" name="Straight Connector 8"/>
          <p:cNvCxnSpPr/>
          <p:nvPr/>
        </p:nvCxnSpPr>
        <p:spPr>
          <a:xfrm>
            <a:off x="679308" y="4343400"/>
            <a:ext cx="55549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122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19995500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1787" y="6400800"/>
            <a:ext cx="6856214"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0" y="6334316"/>
            <a:ext cx="68562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17220" y="758952"/>
            <a:ext cx="5657850" cy="356616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617220" y="4453128"/>
            <a:ext cx="5657850" cy="114300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cxnSp>
        <p:nvCxnSpPr>
          <p:cNvPr id="9" name="Straight Connector 8"/>
          <p:cNvCxnSpPr/>
          <p:nvPr/>
        </p:nvCxnSpPr>
        <p:spPr>
          <a:xfrm>
            <a:off x="679308" y="4343400"/>
            <a:ext cx="555498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351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617220" y="286605"/>
            <a:ext cx="565785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17220" y="1845734"/>
            <a:ext cx="277749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97580" y="1845737"/>
            <a:ext cx="277749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5DB42D9-FEE6-40FA-8A6B-42AFDFAF0B96}" type="datetimeFigureOut">
              <a:rPr lang="en-US" smtClean="0"/>
              <a:t>1/17/2023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4116108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617220" y="286605"/>
            <a:ext cx="565785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7220" y="1846052"/>
            <a:ext cx="277749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17220" y="2582334"/>
            <a:ext cx="277749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97580" y="1846052"/>
            <a:ext cx="2777490" cy="73628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97580" y="2582334"/>
            <a:ext cx="277749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5DB42D9-FEE6-40FA-8A6B-42AFDFAF0B96}" type="datetimeFigureOut">
              <a:rPr lang="en-US" smtClean="0"/>
              <a:t>1/17/2023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3338296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5DB42D9-FEE6-40FA-8A6B-42AFDFAF0B96}" type="datetimeFigureOut">
              <a:rPr lang="en-US" smtClean="0"/>
              <a:t>1/17/2023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614993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787" y="6400800"/>
            <a:ext cx="6856214"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0" y="6334316"/>
            <a:ext cx="68562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5DB42D9-FEE6-40FA-8A6B-42AFDFAF0B96}" type="datetimeFigureOut">
              <a:rPr lang="en-US" smtClean="0"/>
              <a:t>1/17/2023</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25166657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 y="0"/>
            <a:ext cx="227857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272540" y="0"/>
            <a:ext cx="3600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57175" y="594359"/>
            <a:ext cx="1800225" cy="2286000"/>
          </a:xfrm>
        </p:spPr>
        <p:txBody>
          <a:bodyPr anchor="b">
            <a:normAutofit/>
          </a:bodyPr>
          <a:lstStyle>
            <a:lvl1pPr>
              <a:defRPr sz="27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2595178" y="731520"/>
            <a:ext cx="3757045"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7175" y="2926080"/>
            <a:ext cx="1800225" cy="3379124"/>
          </a:xfrm>
        </p:spPr>
        <p:txBody>
          <a:bodyPr lIns="91440" rIns="91440">
            <a:normAutofit/>
          </a:bodyPr>
          <a:lstStyle>
            <a:lvl1pPr marL="0" indent="0">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a:xfrm>
            <a:off x="261851" y="6459787"/>
            <a:ext cx="1472912" cy="365125"/>
          </a:xfrm>
        </p:spPr>
        <p:txBody>
          <a:bodyPr/>
          <a:lstStyle>
            <a:lvl1pPr algn="l">
              <a:defRPr/>
            </a:lvl1pPr>
          </a:lstStyle>
          <a:p>
            <a:fld id="{85DB42D9-FEE6-40FA-8A6B-42AFDFAF0B96}" type="datetimeFigureOut">
              <a:rPr lang="en-US" smtClean="0"/>
              <a:t>1/17/2023</a:t>
            </a:fld>
            <a:endParaRPr lang="en-US"/>
          </a:p>
        </p:txBody>
      </p:sp>
      <p:sp>
        <p:nvSpPr>
          <p:cNvPr id="6" name="Footer Placeholder 5"/>
          <p:cNvSpPr>
            <a:spLocks noGrp="1"/>
          </p:cNvSpPr>
          <p:nvPr>
            <p:ph type="ftr" sz="quarter" idx="11"/>
          </p:nvPr>
        </p:nvSpPr>
        <p:spPr>
          <a:xfrm>
            <a:off x="2700337" y="6459787"/>
            <a:ext cx="2614613"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4BECA8A-E736-483F-A02C-44E2E2CF9DFB}" type="slidenum">
              <a:rPr lang="en-US" smtClean="0"/>
              <a:t>‹#›</a:t>
            </a:fld>
            <a:endParaRPr lang="en-US"/>
          </a:p>
        </p:txBody>
      </p:sp>
    </p:spTree>
    <p:extLst>
      <p:ext uri="{BB962C8B-B14F-4D97-AF65-F5344CB8AC3E}">
        <p14:creationId xmlns:p14="http://schemas.microsoft.com/office/powerpoint/2010/main" val="132894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6856214"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 y="4915076"/>
            <a:ext cx="68562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17220" y="5074920"/>
            <a:ext cx="5692140" cy="822960"/>
          </a:xfrm>
        </p:spPr>
        <p:txBody>
          <a:bodyPr tIns="0" bIns="0" anchor="b">
            <a:noAutofit/>
          </a:bodyPr>
          <a:lstStyle>
            <a:lvl1pPr>
              <a:defRPr sz="27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9" y="0"/>
            <a:ext cx="6857992" cy="4915076"/>
          </a:xfrm>
          <a:blipFill>
            <a:blip r:embed="rId2"/>
            <a:stretch>
              <a:fillRect/>
            </a:stretch>
          </a:blipFill>
        </p:spPr>
        <p:txBody>
          <a:bodyPr lIns="457200" tIns="457200" anchor="t"/>
          <a:lstStyle>
            <a:lvl1pPr marL="0" indent="0">
              <a:buNone/>
              <a:defRPr sz="240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17219" y="5907024"/>
            <a:ext cx="5692140" cy="594360"/>
          </a:xfrm>
        </p:spPr>
        <p:txBody>
          <a:bodyPr lIns="91440" tIns="0" rIns="91440" bIns="0">
            <a:normAutofit/>
          </a:bodyPr>
          <a:lstStyle>
            <a:lvl1pPr marL="0" indent="0">
              <a:spcBef>
                <a:spcPts val="0"/>
              </a:spcBef>
              <a:spcAft>
                <a:spcPts val="450"/>
              </a:spcAft>
              <a:buNone/>
              <a:defRPr sz="1125">
                <a:solidFill>
                  <a:srgbClr val="FFFFFF"/>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85DB42D9-FEE6-40FA-8A6B-42AFDFAF0B96}" type="datetimeFigureOut">
              <a:rPr lang="en-US" smtClean="0"/>
              <a:t>1/17/2023</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1229204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25054252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787" y="6400800"/>
            <a:ext cx="6856214"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0" y="6334316"/>
            <a:ext cx="6856214"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4907757" y="414780"/>
            <a:ext cx="1478756"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14779"/>
            <a:ext cx="4350544"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945995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4760786" cy="3403600"/>
          </a:xfrm>
        </p:spPr>
        <p:txBody>
          <a:bodyPr anchor="ctr">
            <a:normAutofit/>
          </a:bodyPr>
          <a:lstStyle>
            <a:lvl1pPr algn="l">
              <a:defRPr sz="3300" b="0" cap="none"/>
            </a:lvl1pPr>
          </a:lstStyle>
          <a:p>
            <a:r>
              <a:rPr lang="en-US"/>
              <a:t>Click to edit Master title style</a:t>
            </a:r>
            <a:endParaRPr lang="en-US" dirty="0"/>
          </a:p>
        </p:txBody>
      </p:sp>
      <p:sp>
        <p:nvSpPr>
          <p:cNvPr id="3" name="Text Placeholder 2"/>
          <p:cNvSpPr>
            <a:spLocks noGrp="1"/>
          </p:cNvSpPr>
          <p:nvPr>
            <p:ph type="body" idx="1"/>
          </p:nvPr>
        </p:nvSpPr>
        <p:spPr>
          <a:xfrm>
            <a:off x="457200" y="4470400"/>
            <a:ext cx="4760786" cy="157096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DB42D9-FEE6-40FA-8A6B-42AFDFAF0B96}" type="datetimeFigureOut">
              <a:rPr lang="en-US" smtClean="0"/>
              <a:t>1/17/2023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BECA8A-E736-483F-A02C-44E2E2CF9DFB}" type="slidenum">
              <a:rPr lang="en-US" smtClean="0"/>
              <a:t>‹#›</a:t>
            </a:fld>
            <a:endParaRPr lang="en-US"/>
          </a:p>
        </p:txBody>
      </p:sp>
    </p:spTree>
    <p:extLst>
      <p:ext uri="{BB962C8B-B14F-4D97-AF65-F5344CB8AC3E}">
        <p14:creationId xmlns:p14="http://schemas.microsoft.com/office/powerpoint/2010/main" val="1023599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6858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6858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617220" y="286605"/>
            <a:ext cx="565785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17219" y="1845734"/>
            <a:ext cx="565785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7221" y="6459787"/>
            <a:ext cx="1390652" cy="365125"/>
          </a:xfrm>
          <a:prstGeom prst="rect">
            <a:avLst/>
          </a:prstGeom>
        </p:spPr>
        <p:txBody>
          <a:bodyPr vert="horz" lIns="91440" tIns="45720" rIns="91440" bIns="45720" rtlCol="0" anchor="ctr"/>
          <a:lstStyle>
            <a:lvl1pPr algn="l">
              <a:defRPr sz="675">
                <a:solidFill>
                  <a:srgbClr val="FFFFFF"/>
                </a:solidFill>
              </a:defRPr>
            </a:lvl1pPr>
          </a:lstStyle>
          <a:p>
            <a:fld id="{85DB42D9-FEE6-40FA-8A6B-42AFDFAF0B96}" type="datetimeFigureOut">
              <a:rPr lang="en-US" smtClean="0"/>
              <a:t>1/17/2023</a:t>
            </a:fld>
            <a:endParaRPr lang="en-US"/>
          </a:p>
        </p:txBody>
      </p:sp>
      <p:sp>
        <p:nvSpPr>
          <p:cNvPr id="5" name="Footer Placeholder 4"/>
          <p:cNvSpPr>
            <a:spLocks noGrp="1"/>
          </p:cNvSpPr>
          <p:nvPr>
            <p:ph type="ftr" sz="quarter" idx="3"/>
          </p:nvPr>
        </p:nvSpPr>
        <p:spPr>
          <a:xfrm>
            <a:off x="2073480" y="6459787"/>
            <a:ext cx="2712827" cy="365125"/>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5569009" y="6459787"/>
            <a:ext cx="738014" cy="365125"/>
          </a:xfrm>
          <a:prstGeom prst="rect">
            <a:avLst/>
          </a:prstGeom>
        </p:spPr>
        <p:txBody>
          <a:bodyPr vert="horz" lIns="91440" tIns="45720" rIns="91440" bIns="45720" rtlCol="0" anchor="ctr"/>
          <a:lstStyle>
            <a:lvl1pPr algn="r">
              <a:defRPr sz="788">
                <a:solidFill>
                  <a:srgbClr val="FFFFFF"/>
                </a:solidFill>
              </a:defRPr>
            </a:lvl1pPr>
          </a:lstStyle>
          <a:p>
            <a:fld id="{B4BECA8A-E736-483F-A02C-44E2E2CF9DFB}" type="slidenum">
              <a:rPr lang="en-US" smtClean="0"/>
              <a:t>‹#›</a:t>
            </a:fld>
            <a:endParaRPr lang="en-US"/>
          </a:p>
        </p:txBody>
      </p:sp>
      <p:cxnSp>
        <p:nvCxnSpPr>
          <p:cNvPr id="10" name="Straight Connector 9"/>
          <p:cNvCxnSpPr/>
          <p:nvPr/>
        </p:nvCxnSpPr>
        <p:spPr>
          <a:xfrm>
            <a:off x="671362" y="1737845"/>
            <a:ext cx="560641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4147491"/>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Lst>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hellovector.com/vector-graphics/noise-pollution-by-vehicles-illustration" TargetMode="External"/><Relationship Id="rId2" Type="http://schemas.openxmlformats.org/officeDocument/2006/relationships/image" Target="../media/image2.jpg"/><Relationship Id="rId1" Type="http://schemas.openxmlformats.org/officeDocument/2006/relationships/slideLayout" Target="../slideLayouts/slideLayout1.xml"/><Relationship Id="rId5" Type="http://schemas.openxmlformats.org/officeDocument/2006/relationships/hyperlink" Target="https://www.tehrantimes.com/news/421181/Noise-pollution-in-Iran-s-megacities-20-times-above-standards" TargetMode="Externa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philschatz.com/physics-book/contents/m42257.html" TargetMode="External"/><Relationship Id="rId2" Type="http://schemas.openxmlformats.org/officeDocument/2006/relationships/image" Target="../media/image4.jpg"/><Relationship Id="rId1" Type="http://schemas.openxmlformats.org/officeDocument/2006/relationships/slideLayout" Target="../slideLayouts/slideLayout12.xml"/><Relationship Id="rId4" Type="http://schemas.openxmlformats.org/officeDocument/2006/relationships/hyperlink" Target="https://creativecommons.org/licenses/by/3.0/"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pixabay.com/ko/%EC%86%8C%EC%9D%8C-%EA%B3%B5%ED%95%B4-%EB%B6%88%EC%95%88-%EC%9E%A1%EC%9D%8C-%EA%B5%90%ED%86%B5-%EB%B6%84%EB%85%B8-%EC%9E%90%EB%8F%99-%EB%8F%84%EC%8B%9C-%ED%86%B5%EA%B7%BC-%EC%9A%B0%EC%9A%B8-3583915/" TargetMode="External"/><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blogs.ubc.ca/communicatingscience2017w211/2018/03/18/the-effects-of-human-generated-sound-on-marine-mammals/" TargetMode="External"/><Relationship Id="rId2" Type="http://schemas.openxmlformats.org/officeDocument/2006/relationships/image" Target="../media/image6.jpg"/><Relationship Id="rId1" Type="http://schemas.openxmlformats.org/officeDocument/2006/relationships/slideLayout" Target="../slideLayouts/slideLayout7.xml"/><Relationship Id="rId4" Type="http://schemas.openxmlformats.org/officeDocument/2006/relationships/hyperlink" Target="https://creativecommons.org/licenses/by-nc-nd/3.0/"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openclipart.org/detail/211205/active-noise-reduction-color" TargetMode="External"/><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pixabay.com/en/loudspeaker-cartoon-isolated-309554/" TargetMode="External"/><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s://m.jagranjosh.com/generalknowledge/amp/what-is-green-muffler-and-howit-controls-noise-pollution-1489485937-1" TargetMode="External"/><Relationship Id="rId2" Type="http://schemas.openxmlformats.org/officeDocument/2006/relationships/hyperlink" Target="https://www.nationalgeographic.org/encyclopedia%20/noise-pollution/" TargetMode="External"/><Relationship Id="rId1" Type="http://schemas.openxmlformats.org/officeDocument/2006/relationships/slideLayout" Target="../slideLayouts/slideLayout7.xml"/><Relationship Id="rId4" Type="http://schemas.openxmlformats.org/officeDocument/2006/relationships/hyperlink" Target="https://www.iberdrola.com/environment/whatisnoisepollutioncauseseffects" TargetMode="External"/></Relationships>
</file>

<file path=ppt/slides/_rels/slide33.xml.rels><?xml version="1.0" encoding="UTF-8" standalone="yes"?>
<Relationships xmlns="http://schemas.openxmlformats.org/package/2006/relationships"><Relationship Id="rId2" Type="http://schemas.openxmlformats.org/officeDocument/2006/relationships/hyperlink" Target="https://www.iberdrola.com/environment/whatisnoisepollutioncauseseffects"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94372-463B-443D-A60A-32DFA0822D9D}"/>
              </a:ext>
            </a:extLst>
          </p:cNvPr>
          <p:cNvSpPr>
            <a:spLocks noGrp="1"/>
          </p:cNvSpPr>
          <p:nvPr>
            <p:ph type="ctrTitle"/>
          </p:nvPr>
        </p:nvSpPr>
        <p:spPr>
          <a:xfrm>
            <a:off x="1520190" y="522514"/>
            <a:ext cx="3910226" cy="1632857"/>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ormAutofit fontScale="90000"/>
          </a:bodyPr>
          <a:lstStyle/>
          <a:p>
            <a:r>
              <a:rPr lang="en-US" u="sng" dirty="0">
                <a:solidFill>
                  <a:schemeClr val="accent5">
                    <a:lumMod val="50000"/>
                  </a:schemeClr>
                </a:solidFill>
                <a:latin typeface="Arial Narrow" panose="020B0606020202030204" pitchFamily="34" charset="0"/>
              </a:rPr>
              <a:t>NOISE POLLIUTION </a:t>
            </a:r>
          </a:p>
        </p:txBody>
      </p:sp>
      <p:sp>
        <p:nvSpPr>
          <p:cNvPr id="3" name="Subtitle 2">
            <a:extLst>
              <a:ext uri="{FF2B5EF4-FFF2-40B4-BE49-F238E27FC236}">
                <a16:creationId xmlns:a16="http://schemas.microsoft.com/office/drawing/2014/main" id="{7A8FAD78-71C7-4175-8679-B24A28619B9A}"/>
              </a:ext>
            </a:extLst>
          </p:cNvPr>
          <p:cNvSpPr>
            <a:spLocks noGrp="1"/>
          </p:cNvSpPr>
          <p:nvPr>
            <p:ph type="subTitle" idx="1"/>
          </p:nvPr>
        </p:nvSpPr>
        <p:spPr>
          <a:xfrm>
            <a:off x="1520190" y="3963149"/>
            <a:ext cx="5057892" cy="1831161"/>
          </a:xfrm>
        </p:spPr>
        <p:txBody>
          <a:bodyPr>
            <a:normAutofit fontScale="77500" lnSpcReduction="20000"/>
          </a:bodyPr>
          <a:lstStyle/>
          <a:p>
            <a:pPr algn="l"/>
            <a:r>
              <a:rPr lang="en-US" b="1" dirty="0">
                <a:solidFill>
                  <a:schemeClr val="tx1">
                    <a:lumMod val="95000"/>
                    <a:lumOff val="5000"/>
                  </a:schemeClr>
                </a:solidFill>
                <a:latin typeface="Bahnschrift Light Condensed" panose="020B0502040204020203" pitchFamily="34" charset="0"/>
              </a:rPr>
              <a:t>NAME– </a:t>
            </a:r>
            <a:r>
              <a:rPr lang="en-US" b="1" dirty="0">
                <a:solidFill>
                  <a:schemeClr val="tx1">
                    <a:lumMod val="85000"/>
                    <a:lumOff val="15000"/>
                  </a:schemeClr>
                </a:solidFill>
                <a:latin typeface="Bahnschrift Light Condensed" panose="020B0502040204020203" pitchFamily="34" charset="0"/>
              </a:rPr>
              <a:t>NAMRATA  MAITY</a:t>
            </a:r>
            <a:endParaRPr lang="en-US" b="1" dirty="0">
              <a:solidFill>
                <a:schemeClr val="tx1">
                  <a:lumMod val="95000"/>
                  <a:lumOff val="5000"/>
                </a:schemeClr>
              </a:solidFill>
              <a:latin typeface="Bahnschrift Light Condensed" panose="020B0502040204020203" pitchFamily="34" charset="0"/>
            </a:endParaRPr>
          </a:p>
          <a:p>
            <a:pPr algn="l"/>
            <a:r>
              <a:rPr lang="en-US" b="1" dirty="0">
                <a:solidFill>
                  <a:schemeClr val="tx1">
                    <a:lumMod val="95000"/>
                    <a:lumOff val="5000"/>
                  </a:schemeClr>
                </a:solidFill>
                <a:latin typeface="Bahnschrift Light Condensed" panose="020B0502040204020203" pitchFamily="34" charset="0"/>
              </a:rPr>
              <a:t>COLLEGE NAME- PANSKURA  BANAMALI  COLLAGE  (AUTONOMUS)</a:t>
            </a:r>
          </a:p>
          <a:p>
            <a:pPr algn="l"/>
            <a:r>
              <a:rPr lang="en-US" b="1" dirty="0">
                <a:solidFill>
                  <a:schemeClr val="tx1">
                    <a:lumMod val="95000"/>
                    <a:lumOff val="5000"/>
                  </a:schemeClr>
                </a:solidFill>
                <a:latin typeface="Bahnschrift Light Condensed" panose="020B0502040204020203" pitchFamily="34" charset="0"/>
              </a:rPr>
              <a:t>SEMIESTER-</a:t>
            </a:r>
          </a:p>
          <a:p>
            <a:pPr algn="l"/>
            <a:r>
              <a:rPr lang="en-US" b="1" dirty="0">
                <a:solidFill>
                  <a:schemeClr val="tx1">
                    <a:lumMod val="95000"/>
                    <a:lumOff val="5000"/>
                  </a:schemeClr>
                </a:solidFill>
                <a:latin typeface="Bahnschrift Light Condensed" panose="020B0502040204020203" pitchFamily="34" charset="0"/>
              </a:rPr>
              <a:t>REGISTRATION NO.-</a:t>
            </a:r>
          </a:p>
          <a:p>
            <a:pPr algn="l"/>
            <a:r>
              <a:rPr lang="en-US" b="1" dirty="0">
                <a:solidFill>
                  <a:schemeClr val="tx1">
                    <a:lumMod val="95000"/>
                    <a:lumOff val="5000"/>
                  </a:schemeClr>
                </a:solidFill>
                <a:latin typeface="Bahnschrift Light Condensed" panose="020B0502040204020203" pitchFamily="34" charset="0"/>
              </a:rPr>
              <a:t>ROLL NO.-</a:t>
            </a:r>
          </a:p>
          <a:p>
            <a:pPr algn="l"/>
            <a:r>
              <a:rPr lang="en-US" b="1" dirty="0">
                <a:solidFill>
                  <a:schemeClr val="tx1">
                    <a:lumMod val="95000"/>
                    <a:lumOff val="5000"/>
                  </a:schemeClr>
                </a:solidFill>
                <a:latin typeface="Bahnschrift Light Condensed" panose="020B0502040204020203" pitchFamily="34" charset="0"/>
              </a:rPr>
              <a:t>SUBJECT-</a:t>
            </a:r>
          </a:p>
          <a:p>
            <a:pPr algn="l"/>
            <a:endParaRPr lang="en-US" b="1" dirty="0">
              <a:solidFill>
                <a:schemeClr val="tx1">
                  <a:lumMod val="95000"/>
                  <a:lumOff val="5000"/>
                </a:schemeClr>
              </a:solidFill>
              <a:latin typeface="Bahnschrift Light Condensed" panose="020B0502040204020203" pitchFamily="34" charset="0"/>
            </a:endParaRPr>
          </a:p>
          <a:p>
            <a:pPr algn="l"/>
            <a:endParaRPr lang="en-US" b="1" dirty="0">
              <a:solidFill>
                <a:schemeClr val="tx1">
                  <a:lumMod val="95000"/>
                  <a:lumOff val="5000"/>
                </a:schemeClr>
              </a:solidFill>
              <a:latin typeface="Bahnschrift Light Condensed" panose="020B0502040204020203" pitchFamily="34" charset="0"/>
            </a:endParaRPr>
          </a:p>
        </p:txBody>
      </p:sp>
      <p:pic>
        <p:nvPicPr>
          <p:cNvPr id="7" name="Picture 6">
            <a:extLst>
              <a:ext uri="{FF2B5EF4-FFF2-40B4-BE49-F238E27FC236}">
                <a16:creationId xmlns:a16="http://schemas.microsoft.com/office/drawing/2014/main" id="{36796B64-8B09-4038-8AB5-5D3F0A01AE1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160135" y="3447537"/>
            <a:ext cx="544901" cy="235363"/>
          </a:xfrm>
          <a:prstGeom prst="rect">
            <a:avLst/>
          </a:prstGeom>
        </p:spPr>
      </p:pic>
      <p:pic>
        <p:nvPicPr>
          <p:cNvPr id="11" name="Picture 10">
            <a:extLst>
              <a:ext uri="{FF2B5EF4-FFF2-40B4-BE49-F238E27FC236}">
                <a16:creationId xmlns:a16="http://schemas.microsoft.com/office/drawing/2014/main" id="{4E7A2E21-E4C8-42FD-85FB-7904964BF728}"/>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520192" y="2374147"/>
            <a:ext cx="4090392" cy="1448877"/>
          </a:xfrm>
          <a:prstGeom prst="rect">
            <a:avLst/>
          </a:prstGeom>
        </p:spPr>
      </p:pic>
    </p:spTree>
    <p:extLst>
      <p:ext uri="{BB962C8B-B14F-4D97-AF65-F5344CB8AC3E}">
        <p14:creationId xmlns:p14="http://schemas.microsoft.com/office/powerpoint/2010/main" val="575235234"/>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41DC-0756-4722-808B-C673488077A0}"/>
              </a:ext>
            </a:extLst>
          </p:cNvPr>
          <p:cNvSpPr>
            <a:spLocks noGrp="1"/>
          </p:cNvSpPr>
          <p:nvPr>
            <p:ph type="title"/>
          </p:nvPr>
        </p:nvSpPr>
        <p:spPr/>
        <p:txBody>
          <a:bodyPr/>
          <a:lstStyle/>
          <a:p>
            <a:pPr algn="ctr"/>
            <a:r>
              <a:rPr lang="en-US" u="sng" dirty="0">
                <a:solidFill>
                  <a:schemeClr val="accent5">
                    <a:lumMod val="75000"/>
                  </a:schemeClr>
                </a:solidFill>
              </a:rPr>
              <a:t>ACKNOWLEDGMENT</a:t>
            </a:r>
          </a:p>
        </p:txBody>
      </p:sp>
      <p:sp>
        <p:nvSpPr>
          <p:cNvPr id="3" name="Content Placeholder 2">
            <a:extLst>
              <a:ext uri="{FF2B5EF4-FFF2-40B4-BE49-F238E27FC236}">
                <a16:creationId xmlns:a16="http://schemas.microsoft.com/office/drawing/2014/main" id="{E5AD5B4D-1D8A-496B-9408-ECCA23802434}"/>
              </a:ext>
            </a:extLst>
          </p:cNvPr>
          <p:cNvSpPr>
            <a:spLocks noGrp="1"/>
          </p:cNvSpPr>
          <p:nvPr>
            <p:ph idx="1"/>
          </p:nvPr>
        </p:nvSpPr>
        <p:spPr>
          <a:xfrm>
            <a:off x="1533136" y="2342566"/>
            <a:ext cx="3631942" cy="2172867"/>
          </a:xfrm>
        </p:spPr>
        <p:txBody>
          <a:bodyPr>
            <a:normAutofit fontScale="92500" lnSpcReduction="20000"/>
          </a:bodyPr>
          <a:lstStyle/>
          <a:p>
            <a:r>
              <a:rPr lang="en-US" dirty="0">
                <a:solidFill>
                  <a:schemeClr val="tx1">
                    <a:lumMod val="95000"/>
                    <a:lumOff val="5000"/>
                  </a:schemeClr>
                </a:solidFill>
              </a:rPr>
              <a:t>I would like to express my special thanks of gratitude to the </a:t>
            </a:r>
            <a:r>
              <a:rPr lang="en-US" dirty="0" err="1">
                <a:solidFill>
                  <a:schemeClr val="tx1">
                    <a:lumMod val="95000"/>
                    <a:lumOff val="5000"/>
                  </a:schemeClr>
                </a:solidFill>
              </a:rPr>
              <a:t>honourable</a:t>
            </a:r>
            <a:r>
              <a:rPr lang="en-US" dirty="0">
                <a:solidFill>
                  <a:schemeClr val="tx1">
                    <a:lumMod val="95000"/>
                    <a:lumOff val="5000"/>
                  </a:schemeClr>
                </a:solidFill>
              </a:rPr>
              <a:t> Professor Dipak </a:t>
            </a:r>
            <a:r>
              <a:rPr lang="en-US" dirty="0" err="1">
                <a:solidFill>
                  <a:schemeClr val="tx1">
                    <a:lumMod val="95000"/>
                    <a:lumOff val="5000"/>
                  </a:schemeClr>
                </a:solidFill>
              </a:rPr>
              <a:t>Samanta</a:t>
            </a:r>
            <a:r>
              <a:rPr lang="en-US" dirty="0">
                <a:solidFill>
                  <a:schemeClr val="tx1">
                    <a:lumMod val="95000"/>
                    <a:lumOff val="5000"/>
                  </a:schemeClr>
                </a:solidFill>
              </a:rPr>
              <a:t> to give me the golden opportunity to do wounder project of ENVS on ‘Noise Pollution’ and also helping me in completing my project. I would also like to thank my parents and my friend of my group who help me lot in finalizing within the limited time frame.</a:t>
            </a:r>
          </a:p>
          <a:p>
            <a:endParaRPr lang="en-US" dirty="0">
              <a:solidFill>
                <a:schemeClr val="tx1">
                  <a:lumMod val="95000"/>
                  <a:lumOff val="5000"/>
                </a:schemeClr>
              </a:solidFill>
            </a:endParaRPr>
          </a:p>
          <a:p>
            <a:pPr marL="0" indent="0" algn="ctr">
              <a:buNone/>
            </a:pPr>
            <a:r>
              <a:rPr lang="en-US" sz="3375" dirty="0">
                <a:solidFill>
                  <a:schemeClr val="accent2">
                    <a:lumMod val="75000"/>
                  </a:schemeClr>
                </a:solidFill>
                <a:latin typeface="Blackadder ITC" panose="04020505051007020D02" pitchFamily="82" charset="0"/>
              </a:rPr>
              <a:t>Thank    You</a:t>
            </a:r>
          </a:p>
        </p:txBody>
      </p:sp>
    </p:spTree>
    <p:extLst>
      <p:ext uri="{BB962C8B-B14F-4D97-AF65-F5344CB8AC3E}">
        <p14:creationId xmlns:p14="http://schemas.microsoft.com/office/powerpoint/2010/main" val="3673673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7547-7347-49D0-AF6C-FB67226A23C5}"/>
              </a:ext>
            </a:extLst>
          </p:cNvPr>
          <p:cNvSpPr>
            <a:spLocks noGrp="1"/>
          </p:cNvSpPr>
          <p:nvPr>
            <p:ph type="title"/>
          </p:nvPr>
        </p:nvSpPr>
        <p:spPr/>
        <p:txBody>
          <a:bodyPr/>
          <a:lstStyle/>
          <a:p>
            <a:pPr algn="ctr"/>
            <a:r>
              <a:rPr lang="en-US" u="sng" dirty="0">
                <a:solidFill>
                  <a:schemeClr val="accent5">
                    <a:lumMod val="75000"/>
                  </a:schemeClr>
                </a:solidFill>
                <a:latin typeface="Arial Black" panose="020B0A04020102020204" pitchFamily="34" charset="0"/>
              </a:rPr>
              <a:t>INDEX</a:t>
            </a:r>
          </a:p>
        </p:txBody>
      </p:sp>
      <p:sp>
        <p:nvSpPr>
          <p:cNvPr id="3" name="Content Placeholder 2">
            <a:extLst>
              <a:ext uri="{FF2B5EF4-FFF2-40B4-BE49-F238E27FC236}">
                <a16:creationId xmlns:a16="http://schemas.microsoft.com/office/drawing/2014/main" id="{FF907889-8D6B-42DE-966B-5C534E6A371F}"/>
              </a:ext>
            </a:extLst>
          </p:cNvPr>
          <p:cNvSpPr>
            <a:spLocks noGrp="1"/>
          </p:cNvSpPr>
          <p:nvPr>
            <p:ph idx="1"/>
          </p:nvPr>
        </p:nvSpPr>
        <p:spPr>
          <a:xfrm>
            <a:off x="1165162" y="2715520"/>
            <a:ext cx="3605698" cy="2182935"/>
          </a:xfrm>
        </p:spPr>
        <p:txBody>
          <a:bodyPr>
            <a:normAutofit fontScale="25000" lnSpcReduction="20000"/>
          </a:bodyPr>
          <a:lstStyle/>
          <a:p>
            <a:r>
              <a:rPr lang="en-US" dirty="0">
                <a:solidFill>
                  <a:schemeClr val="accent2">
                    <a:lumMod val="75000"/>
                  </a:schemeClr>
                </a:solidFill>
              </a:rPr>
              <a:t>Topic                                                                                          Page no.</a:t>
            </a:r>
          </a:p>
          <a:p>
            <a:r>
              <a:rPr lang="en-US" dirty="0">
                <a:solidFill>
                  <a:schemeClr val="tx1">
                    <a:lumMod val="95000"/>
                    <a:lumOff val="5000"/>
                  </a:schemeClr>
                </a:solidFill>
              </a:rPr>
              <a:t>1. Introduction                                                                              4-6</a:t>
            </a:r>
          </a:p>
          <a:p>
            <a:r>
              <a:rPr lang="en-US" dirty="0">
                <a:solidFill>
                  <a:schemeClr val="tx1">
                    <a:lumMod val="95000"/>
                    <a:lumOff val="5000"/>
                  </a:schemeClr>
                </a:solidFill>
              </a:rPr>
              <a:t>2. Types of Noise pollution                                                             7-8                                                    </a:t>
            </a:r>
          </a:p>
          <a:p>
            <a:r>
              <a:rPr lang="en-US" dirty="0">
                <a:solidFill>
                  <a:schemeClr val="tx1">
                    <a:lumMod val="95000"/>
                    <a:lumOff val="5000"/>
                  </a:schemeClr>
                </a:solidFill>
              </a:rPr>
              <a:t>3. Source of Noise pollution                                                           8-13</a:t>
            </a:r>
          </a:p>
          <a:p>
            <a:r>
              <a:rPr lang="en-US" dirty="0">
                <a:solidFill>
                  <a:schemeClr val="tx1">
                    <a:lumMod val="95000"/>
                    <a:lumOff val="5000"/>
                  </a:schemeClr>
                </a:solidFill>
              </a:rPr>
              <a:t>4. Effects of Noise pollution                                                           13-18</a:t>
            </a:r>
          </a:p>
          <a:p>
            <a:r>
              <a:rPr lang="en-US" dirty="0">
                <a:solidFill>
                  <a:schemeClr val="tx1">
                    <a:lumMod val="95000"/>
                    <a:lumOff val="5000"/>
                  </a:schemeClr>
                </a:solidFill>
              </a:rPr>
              <a:t>5. Prevention of Noise pollution                                                     19-24</a:t>
            </a:r>
          </a:p>
          <a:p>
            <a:r>
              <a:rPr lang="en-US" dirty="0">
                <a:solidFill>
                  <a:schemeClr val="tx1">
                    <a:lumMod val="95000"/>
                    <a:lumOff val="5000"/>
                  </a:schemeClr>
                </a:solidFill>
              </a:rPr>
              <a:t>6. Noise pollution in rural area of India                                           25</a:t>
            </a:r>
          </a:p>
          <a:p>
            <a:r>
              <a:rPr lang="en-US" dirty="0">
                <a:solidFill>
                  <a:schemeClr val="tx1">
                    <a:lumMod val="95000"/>
                    <a:lumOff val="5000"/>
                  </a:schemeClr>
                </a:solidFill>
              </a:rPr>
              <a:t>7. Noise pollution in urban of India                                                 26-27</a:t>
            </a:r>
          </a:p>
          <a:p>
            <a:r>
              <a:rPr lang="en-US" dirty="0">
                <a:solidFill>
                  <a:schemeClr val="tx1">
                    <a:lumMod val="95000"/>
                    <a:lumOff val="5000"/>
                  </a:schemeClr>
                </a:solidFill>
              </a:rPr>
              <a:t>8. Governmental laws on Noise pollution in India                            27-28</a:t>
            </a:r>
          </a:p>
          <a:p>
            <a:r>
              <a:rPr lang="en-US" dirty="0">
                <a:solidFill>
                  <a:schemeClr val="tx1">
                    <a:lumMod val="95000"/>
                    <a:lumOff val="5000"/>
                  </a:schemeClr>
                </a:solidFill>
              </a:rPr>
              <a:t>9. Green Muffler Scheme                                                                29-30</a:t>
            </a:r>
          </a:p>
          <a:p>
            <a:r>
              <a:rPr lang="en-US" dirty="0">
                <a:solidFill>
                  <a:schemeClr val="tx1">
                    <a:lumMod val="95000"/>
                    <a:lumOff val="5000"/>
                  </a:schemeClr>
                </a:solidFill>
              </a:rPr>
              <a:t>10. Conclusion                                                                               31-32</a:t>
            </a:r>
          </a:p>
          <a:p>
            <a:r>
              <a:rPr lang="en-US" dirty="0">
                <a:solidFill>
                  <a:schemeClr val="tx1">
                    <a:lumMod val="95000"/>
                    <a:lumOff val="5000"/>
                  </a:schemeClr>
                </a:solidFill>
              </a:rPr>
              <a:t>11. </a:t>
            </a:r>
            <a:r>
              <a:rPr lang="en-US" dirty="0" err="1">
                <a:solidFill>
                  <a:schemeClr val="tx1">
                    <a:lumMod val="95000"/>
                    <a:lumOff val="5000"/>
                  </a:schemeClr>
                </a:solidFill>
              </a:rPr>
              <a:t>Bibiography</a:t>
            </a:r>
            <a:r>
              <a:rPr lang="en-US" dirty="0">
                <a:solidFill>
                  <a:schemeClr val="tx1">
                    <a:lumMod val="95000"/>
                    <a:lumOff val="5000"/>
                  </a:schemeClr>
                </a:solidFill>
              </a:rPr>
              <a:t>                                                                            32-33</a:t>
            </a:r>
          </a:p>
        </p:txBody>
      </p:sp>
    </p:spTree>
    <p:extLst>
      <p:ext uri="{BB962C8B-B14F-4D97-AF65-F5344CB8AC3E}">
        <p14:creationId xmlns:p14="http://schemas.microsoft.com/office/powerpoint/2010/main" val="3522852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43C5E-21D3-4A1C-B6DC-FFFE7D6ED568}"/>
              </a:ext>
            </a:extLst>
          </p:cNvPr>
          <p:cNvSpPr>
            <a:spLocks noGrp="1"/>
          </p:cNvSpPr>
          <p:nvPr>
            <p:ph type="title"/>
          </p:nvPr>
        </p:nvSpPr>
        <p:spPr/>
        <p:txBody>
          <a:bodyPr/>
          <a:lstStyle/>
          <a:p>
            <a:pPr algn="ctr"/>
            <a:r>
              <a:rPr lang="en-US" u="sng" dirty="0">
                <a:solidFill>
                  <a:schemeClr val="accent5">
                    <a:lumMod val="75000"/>
                  </a:schemeClr>
                </a:solidFill>
                <a:latin typeface="Arial Black" panose="020B0A04020102020204" pitchFamily="34" charset="0"/>
              </a:rPr>
              <a:t>INTRODUCTION</a:t>
            </a:r>
          </a:p>
        </p:txBody>
      </p:sp>
      <p:sp>
        <p:nvSpPr>
          <p:cNvPr id="3" name="Content Placeholder 2">
            <a:extLst>
              <a:ext uri="{FF2B5EF4-FFF2-40B4-BE49-F238E27FC236}">
                <a16:creationId xmlns:a16="http://schemas.microsoft.com/office/drawing/2014/main" id="{0B6683FF-0BFF-4E79-91E6-F4AF8801C8B8}"/>
              </a:ext>
            </a:extLst>
          </p:cNvPr>
          <p:cNvSpPr>
            <a:spLocks noGrp="1"/>
          </p:cNvSpPr>
          <p:nvPr>
            <p:ph idx="1"/>
          </p:nvPr>
        </p:nvSpPr>
        <p:spPr>
          <a:xfrm>
            <a:off x="1987420" y="1866120"/>
            <a:ext cx="2388637" cy="3004459"/>
          </a:xfrm>
        </p:spPr>
        <p:txBody>
          <a:bodyPr>
            <a:normAutofit fontScale="62500" lnSpcReduction="20000"/>
          </a:bodyPr>
          <a:lstStyle/>
          <a:p>
            <a:pPr marL="0" indent="0">
              <a:buNone/>
            </a:pPr>
            <a:r>
              <a:rPr lang="en-US" dirty="0">
                <a:solidFill>
                  <a:schemeClr val="bg2">
                    <a:lumMod val="50000"/>
                  </a:schemeClr>
                </a:solidFill>
                <a:latin typeface="Arial Black" panose="020B0A04020102020204" pitchFamily="34" charset="0"/>
              </a:rPr>
              <a:t> </a:t>
            </a:r>
            <a:r>
              <a:rPr lang="en-US" u="sng" dirty="0">
                <a:solidFill>
                  <a:schemeClr val="bg2">
                    <a:lumMod val="50000"/>
                  </a:schemeClr>
                </a:solidFill>
                <a:latin typeface="Arial Black" panose="020B0A04020102020204" pitchFamily="34" charset="0"/>
              </a:rPr>
              <a:t>What is  noise</a:t>
            </a:r>
            <a:r>
              <a:rPr lang="en-US" u="sng" dirty="0">
                <a:solidFill>
                  <a:schemeClr val="accent2">
                    <a:lumMod val="75000"/>
                  </a:schemeClr>
                </a:solidFill>
              </a:rPr>
              <a:t>?</a:t>
            </a:r>
          </a:p>
          <a:p>
            <a:pPr marL="0" indent="0">
              <a:buNone/>
            </a:pPr>
            <a:r>
              <a:rPr lang="en-US" dirty="0">
                <a:solidFill>
                  <a:schemeClr val="tx1">
                    <a:lumMod val="85000"/>
                    <a:lumOff val="15000"/>
                  </a:schemeClr>
                </a:solidFill>
              </a:rPr>
              <a:t> Sound,  a  normal  feature  of  our  life, is  the  means  of communication  and entertainment  in most animals, including  human beings. It is  also  a  very  effective alarm system. A  low  sound  is  pleasant whereas  a  loud  sound is  unpleasant and  is  commonly  referred to as  ‘noise’. </a:t>
            </a:r>
            <a:r>
              <a:rPr lang="en-US" dirty="0" err="1">
                <a:solidFill>
                  <a:schemeClr val="tx1">
                    <a:lumMod val="85000"/>
                    <a:lumOff val="15000"/>
                  </a:schemeClr>
                </a:solidFill>
              </a:rPr>
              <a:t>tha</a:t>
            </a:r>
            <a:r>
              <a:rPr lang="en-US" dirty="0">
                <a:solidFill>
                  <a:schemeClr val="tx1">
                    <a:lumMod val="85000"/>
                    <a:lumOff val="15000"/>
                  </a:schemeClr>
                </a:solidFill>
              </a:rPr>
              <a:t> Noise can be defined as  an unpleasant and  unwanted sound t is  loud  and disruptive to hearing. There are 4  different  types  of  noise:  continuous, intermittent, impulsive and  low  frequency. Continuous noise refers  to noise that is  produced continuously  by machinery  that does  not stop  working  while intermittent  noise refers  to the  quick  rise or drop in the  noise volume. Additionally, impulsive noise  is characterized by  its sudden and fast nature. Low frequency  noise refers  to the  background noise that we hear in our surroundings. These 4  types  of  noise contribute  to the  noise pollution that we experience daily, especially  in our highly urbanized world today. </a:t>
            </a:r>
          </a:p>
        </p:txBody>
      </p:sp>
    </p:spTree>
    <p:extLst>
      <p:ext uri="{BB962C8B-B14F-4D97-AF65-F5344CB8AC3E}">
        <p14:creationId xmlns:p14="http://schemas.microsoft.com/office/powerpoint/2010/main" val="5621239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3F6C83C-6F4C-4EB5-8607-058C7A748429}"/>
              </a:ext>
            </a:extLst>
          </p:cNvPr>
          <p:cNvSpPr txBox="1"/>
          <p:nvPr/>
        </p:nvSpPr>
        <p:spPr>
          <a:xfrm>
            <a:off x="1595535" y="2062250"/>
            <a:ext cx="3125755" cy="2118722"/>
          </a:xfrm>
          <a:prstGeom prst="rect">
            <a:avLst/>
          </a:prstGeom>
          <a:noFill/>
        </p:spPr>
        <p:txBody>
          <a:bodyPr wrap="square">
            <a:spAutoFit/>
          </a:bodyPr>
          <a:lstStyle/>
          <a:p>
            <a:pPr algn="ctr"/>
            <a:r>
              <a:rPr lang="en-US" sz="1013" u="sng" dirty="0">
                <a:solidFill>
                  <a:schemeClr val="bg2">
                    <a:lumMod val="50000"/>
                  </a:schemeClr>
                </a:solidFill>
                <a:latin typeface="Arial Black" panose="020B0A04020102020204" pitchFamily="34" charset="0"/>
              </a:rPr>
              <a:t>What is  noise  pollution</a:t>
            </a:r>
            <a:r>
              <a:rPr lang="en-US" sz="1013" u="sng" dirty="0">
                <a:solidFill>
                  <a:schemeClr val="accent5">
                    <a:lumMod val="75000"/>
                  </a:schemeClr>
                </a:solidFill>
              </a:rPr>
              <a:t>?</a:t>
            </a:r>
          </a:p>
          <a:p>
            <a:pPr algn="ctr"/>
            <a:endParaRPr lang="en-US" sz="1013" u="sng" dirty="0">
              <a:solidFill>
                <a:schemeClr val="accent5">
                  <a:lumMod val="75000"/>
                </a:schemeClr>
              </a:solidFill>
            </a:endParaRPr>
          </a:p>
          <a:p>
            <a:pPr algn="ctr"/>
            <a:endParaRPr lang="en-US" sz="1013" u="sng" dirty="0">
              <a:solidFill>
                <a:schemeClr val="accent5">
                  <a:lumMod val="75000"/>
                </a:schemeClr>
              </a:solidFill>
            </a:endParaRPr>
          </a:p>
          <a:p>
            <a:r>
              <a:rPr lang="en-US" sz="1013" dirty="0"/>
              <a:t> Noise pollution,  also  known as sound environmental  noise pollution, is  the  propagation of  noise with or ranging  impacts  on  the  activity  of  human or  animal  life, most of  them harmful  to a degree. Florence Nightingale recognized noise as a   health hazard in 1859  when she wrote,</a:t>
            </a:r>
          </a:p>
          <a:p>
            <a:endParaRPr lang="en-US" sz="1013" dirty="0"/>
          </a:p>
          <a:p>
            <a:r>
              <a:rPr lang="en-US" sz="1013" dirty="0"/>
              <a:t> </a:t>
            </a:r>
            <a:r>
              <a:rPr lang="en-US" sz="1013" u="sng" dirty="0">
                <a:solidFill>
                  <a:srgbClr val="49094B"/>
                </a:solidFill>
              </a:rPr>
              <a:t>“ Unnecessary  noise  is  the  most  cruel  abuse  of  care  which  can be  inflicted  on  either the  sick  or  the  well.” </a:t>
            </a:r>
          </a:p>
        </p:txBody>
      </p:sp>
    </p:spTree>
    <p:extLst>
      <p:ext uri="{BB962C8B-B14F-4D97-AF65-F5344CB8AC3E}">
        <p14:creationId xmlns:p14="http://schemas.microsoft.com/office/powerpoint/2010/main" val="3942831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3DD168-C9D1-4D43-B57C-8F50BEA86DA7}"/>
              </a:ext>
            </a:extLst>
          </p:cNvPr>
          <p:cNvSpPr txBox="1"/>
          <p:nvPr/>
        </p:nvSpPr>
        <p:spPr>
          <a:xfrm>
            <a:off x="1659260" y="1023131"/>
            <a:ext cx="2792872" cy="4612738"/>
          </a:xfrm>
          <a:prstGeom prst="rect">
            <a:avLst/>
          </a:prstGeom>
          <a:noFill/>
        </p:spPr>
        <p:txBody>
          <a:bodyPr wrap="square">
            <a:spAutoFit/>
          </a:bodyPr>
          <a:lstStyle/>
          <a:p>
            <a:r>
              <a:rPr lang="en-US" sz="1013" dirty="0"/>
              <a:t>Noise pollution, an urban territorial phenomenon is assuming serious proportions in every city. The frequency and intensity of pollution has been increasing day by day. Noise pollution is an annoyance to human beings. The noise is usually machine-created sound that disrupts activity or balance of human’s way of life. It is a growing environmental problem that is increasingly becoming an omnipresent, yet unnoticed form of pollution not only in developed countries but also in the developing countries. The word noise is derived from Latin word ‘‘Nausea’’ implying ‘‘unwanted sound’’ or sound that is loud, unpleasant or unexpected. It can be defined as wrong sound, in the wrong place and at the wrong time. The noise problems of the past pale in significance When compared with those experienced by modern city dwellers; noise pollution continues to grow in extent, frequency, and severity as a result of population growth, urbanization, and technological developments. Due to exposure of noise people are suffering from difference kinds of diseases like hearing impairment, interference with spoken communication, Sleep disturbances, cardiovascular disturbances, annoyance etc.</a:t>
            </a:r>
          </a:p>
        </p:txBody>
      </p:sp>
    </p:spTree>
    <p:extLst>
      <p:ext uri="{BB962C8B-B14F-4D97-AF65-F5344CB8AC3E}">
        <p14:creationId xmlns:p14="http://schemas.microsoft.com/office/powerpoint/2010/main" val="2011149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58041-DC52-4D76-A3F5-3B709B54635A}"/>
              </a:ext>
            </a:extLst>
          </p:cNvPr>
          <p:cNvSpPr>
            <a:spLocks noGrp="1"/>
          </p:cNvSpPr>
          <p:nvPr>
            <p:ph type="title"/>
          </p:nvPr>
        </p:nvSpPr>
        <p:spPr>
          <a:xfrm>
            <a:off x="1401173" y="1281219"/>
            <a:ext cx="3721334" cy="291312"/>
          </a:xfrm>
        </p:spPr>
        <p:txBody>
          <a:bodyPr>
            <a:normAutofit fontScale="90000"/>
          </a:bodyPr>
          <a:lstStyle/>
          <a:p>
            <a:pPr algn="ctr"/>
            <a:r>
              <a:rPr lang="en-US" u="sng" dirty="0">
                <a:solidFill>
                  <a:schemeClr val="bg2">
                    <a:lumMod val="50000"/>
                  </a:schemeClr>
                </a:solidFill>
                <a:latin typeface="Bahnschrift Condensed" panose="020B0502040204020203" pitchFamily="34" charset="0"/>
              </a:rPr>
              <a:t>TYPES OF NOISE POLLUTION</a:t>
            </a:r>
          </a:p>
        </p:txBody>
      </p:sp>
      <p:sp>
        <p:nvSpPr>
          <p:cNvPr id="3" name="Text Placeholder 2">
            <a:extLst>
              <a:ext uri="{FF2B5EF4-FFF2-40B4-BE49-F238E27FC236}">
                <a16:creationId xmlns:a16="http://schemas.microsoft.com/office/drawing/2014/main" id="{7A3AC067-7911-4BF6-85C4-0214CCB89897}"/>
              </a:ext>
            </a:extLst>
          </p:cNvPr>
          <p:cNvSpPr>
            <a:spLocks noGrp="1"/>
          </p:cNvSpPr>
          <p:nvPr>
            <p:ph type="body" idx="1"/>
          </p:nvPr>
        </p:nvSpPr>
        <p:spPr>
          <a:xfrm>
            <a:off x="1073448" y="1866121"/>
            <a:ext cx="3769140" cy="4499563"/>
          </a:xfrm>
        </p:spPr>
        <p:txBody>
          <a:bodyPr>
            <a:normAutofit/>
          </a:bodyPr>
          <a:lstStyle/>
          <a:p>
            <a:r>
              <a:rPr lang="en-US" dirty="0"/>
              <a:t> The types of  noise pollution are category broadly.</a:t>
            </a:r>
          </a:p>
          <a:p>
            <a:r>
              <a:rPr lang="en-US" dirty="0"/>
              <a:t> 1</a:t>
            </a:r>
            <a:r>
              <a:rPr lang="en-US" u="sng" dirty="0">
                <a:solidFill>
                  <a:schemeClr val="accent2">
                    <a:lumMod val="75000"/>
                  </a:schemeClr>
                </a:solidFill>
              </a:rPr>
              <a:t>.Industrial Noise</a:t>
            </a:r>
          </a:p>
          <a:p>
            <a:r>
              <a:rPr lang="en-US" dirty="0"/>
              <a:t>  Industrial  noise is  caused by  some high intensity decibels  that is  the  result  of  industry  machines and other  such appliances. The noise comes  from the  use of  mills, heavy  industrial  machines and even the small exhaust fans  that run  for a  long period.  Noise from mechanical  saws  and  pneumatic drills  is  unbearable and the  ultimate  form of  pollution  to the  public  and neighborhood. This  is  one cause of  noise pollution.</a:t>
            </a:r>
          </a:p>
          <a:p>
            <a:r>
              <a:rPr lang="en-US" dirty="0"/>
              <a:t> 2</a:t>
            </a:r>
            <a:r>
              <a:rPr lang="en-US" u="sng" dirty="0">
                <a:solidFill>
                  <a:schemeClr val="accent2">
                    <a:lumMod val="75000"/>
                  </a:schemeClr>
                </a:solidFill>
              </a:rPr>
              <a:t>.Transport Noise </a:t>
            </a:r>
            <a:endParaRPr lang="en-US" dirty="0"/>
          </a:p>
          <a:p>
            <a:r>
              <a:rPr lang="en-US" dirty="0"/>
              <a:t>Transport noise is  s imply inevitable. The traffic jams  cause considerable  amount</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5B033EAD-FE1E-4208-9CF7-7D72DE524CBE}"/>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593415" y="5313057"/>
            <a:ext cx="2729205" cy="774769"/>
          </a:xfrm>
          <a:prstGeom prst="rect">
            <a:avLst/>
          </a:prstGeom>
        </p:spPr>
      </p:pic>
      <p:sp>
        <p:nvSpPr>
          <p:cNvPr id="6" name="TextBox 5">
            <a:extLst>
              <a:ext uri="{FF2B5EF4-FFF2-40B4-BE49-F238E27FC236}">
                <a16:creationId xmlns:a16="http://schemas.microsoft.com/office/drawing/2014/main" id="{C4180FD4-EF92-4089-AF95-B1A41BDC1040}"/>
              </a:ext>
            </a:extLst>
          </p:cNvPr>
          <p:cNvSpPr txBox="1"/>
          <p:nvPr/>
        </p:nvSpPr>
        <p:spPr>
          <a:xfrm>
            <a:off x="2015412" y="5227970"/>
            <a:ext cx="2729205" cy="170175"/>
          </a:xfrm>
          <a:prstGeom prst="rect">
            <a:avLst/>
          </a:prstGeom>
          <a:noFill/>
        </p:spPr>
        <p:txBody>
          <a:bodyPr wrap="square" rtlCol="0">
            <a:spAutoFit/>
          </a:bodyPr>
          <a:lstStyle/>
          <a:p>
            <a:r>
              <a:rPr lang="en-US" sz="506">
                <a:hlinkClick r:id="rId3" tooltip="https://philschatz.com/physics-book/contents/m42257.html"/>
              </a:rPr>
              <a:t>This Photo</a:t>
            </a:r>
            <a:r>
              <a:rPr lang="en-US" sz="506"/>
              <a:t> by Unknown Author is licensed under </a:t>
            </a:r>
            <a:r>
              <a:rPr lang="en-US" sz="506">
                <a:hlinkClick r:id="rId4" tooltip="https://creativecommons.org/licenses/by/3.0/"/>
              </a:rPr>
              <a:t>CC BY</a:t>
            </a:r>
            <a:endParaRPr lang="en-US" sz="506"/>
          </a:p>
        </p:txBody>
      </p:sp>
    </p:spTree>
    <p:extLst>
      <p:ext uri="{BB962C8B-B14F-4D97-AF65-F5344CB8AC3E}">
        <p14:creationId xmlns:p14="http://schemas.microsoft.com/office/powerpoint/2010/main" val="2107669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190BDE-70EA-45E7-8F51-D73D47813287}"/>
              </a:ext>
            </a:extLst>
          </p:cNvPr>
          <p:cNvSpPr txBox="1"/>
          <p:nvPr/>
        </p:nvSpPr>
        <p:spPr>
          <a:xfrm>
            <a:off x="1541120" y="1897791"/>
            <a:ext cx="3432498" cy="3053978"/>
          </a:xfrm>
          <a:prstGeom prst="rect">
            <a:avLst/>
          </a:prstGeom>
          <a:noFill/>
        </p:spPr>
        <p:txBody>
          <a:bodyPr wrap="square">
            <a:spAutoFit/>
          </a:bodyPr>
          <a:lstStyle/>
          <a:p>
            <a:r>
              <a:rPr lang="en-US" sz="1013" dirty="0"/>
              <a:t>of  vehicle noise and  the  honking  of  the  many  vehicles in the  crowd  are  nothing but a  pure  nuisance. Whether road, rail  or aircraft, their noise  is  a  considerable contributor to noise pollution.  Tractors  and other heavy  vehicle sounds  are  difficult to  control  for their sound.</a:t>
            </a:r>
          </a:p>
          <a:p>
            <a:r>
              <a:rPr lang="en-US" sz="1013" dirty="0"/>
              <a:t> 3</a:t>
            </a:r>
            <a:r>
              <a:rPr lang="en-US" sz="1013" dirty="0">
                <a:solidFill>
                  <a:schemeClr val="accent2">
                    <a:lumMod val="75000"/>
                  </a:schemeClr>
                </a:solidFill>
              </a:rPr>
              <a:t>.</a:t>
            </a:r>
            <a:r>
              <a:rPr lang="en-US" sz="1013" u="sng" dirty="0">
                <a:solidFill>
                  <a:schemeClr val="accent2">
                    <a:lumMod val="75000"/>
                  </a:schemeClr>
                </a:solidFill>
              </a:rPr>
              <a:t>Neighbourhood Noise</a:t>
            </a:r>
          </a:p>
          <a:p>
            <a:r>
              <a:rPr lang="en-US" sz="1013" dirty="0"/>
              <a:t> Gadgets, electrical  appliances  like the grinder  and mixer  are  the  prime contributors  to noise pollution. Loud  loudspeakers  in the  name  of  wedding, political parties and other such events call  for a  significant amount of  noise pollution.  In the long run, they become difficult to  bear posing  problems to the health of  humans.</a:t>
            </a:r>
          </a:p>
          <a:p>
            <a:r>
              <a:rPr lang="en-US" sz="1013" dirty="0">
                <a:solidFill>
                  <a:schemeClr val="accent5">
                    <a:lumMod val="75000"/>
                  </a:schemeClr>
                </a:solidFill>
                <a:latin typeface="Arial Rounded MT Bold" panose="020F0704030504030204" pitchFamily="34" charset="0"/>
              </a:rPr>
              <a:t>            </a:t>
            </a:r>
            <a:r>
              <a:rPr lang="en-US" sz="1013" u="sng" dirty="0">
                <a:solidFill>
                  <a:schemeClr val="bg2">
                    <a:lumMod val="50000"/>
                  </a:schemeClr>
                </a:solidFill>
                <a:latin typeface="Arial Black" panose="020B0A04020102020204" pitchFamily="34" charset="0"/>
              </a:rPr>
              <a:t>Sources of  Noise  Pollution</a:t>
            </a:r>
          </a:p>
          <a:p>
            <a:r>
              <a:rPr lang="en-US" sz="1013" dirty="0"/>
              <a:t> Noise contamination is  an undesirable or hostile sounds  that irrationally  interfere into our day  by  day exercises.  It has  numerous  sources, the  majority of which are related with urban  improvement  like street, air ,rail  transport, modern noise , neighborhood and recreational commotion.  Various  components  add to</a:t>
            </a:r>
          </a:p>
        </p:txBody>
      </p:sp>
    </p:spTree>
    <p:extLst>
      <p:ext uri="{BB962C8B-B14F-4D97-AF65-F5344CB8AC3E}">
        <p14:creationId xmlns:p14="http://schemas.microsoft.com/office/powerpoint/2010/main" val="2833876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4869D2-B12F-4708-A597-1D0E5098697A}"/>
              </a:ext>
            </a:extLst>
          </p:cNvPr>
          <p:cNvSpPr txBox="1"/>
          <p:nvPr/>
        </p:nvSpPr>
        <p:spPr>
          <a:xfrm>
            <a:off x="1355086" y="1876064"/>
            <a:ext cx="3137605" cy="3989234"/>
          </a:xfrm>
          <a:prstGeom prst="rect">
            <a:avLst/>
          </a:prstGeom>
          <a:noFill/>
        </p:spPr>
        <p:txBody>
          <a:bodyPr wrap="square">
            <a:spAutoFit/>
          </a:bodyPr>
          <a:lstStyle/>
          <a:p>
            <a:r>
              <a:rPr lang="en-US" sz="1013" dirty="0"/>
              <a:t>issues of  high noise levels, including  expanding population and expanding  commotion  levels  in a vehicle . Major causes  / sources  of  noise pollution  are: </a:t>
            </a:r>
          </a:p>
          <a:p>
            <a:r>
              <a:rPr lang="en-US" sz="1013" dirty="0"/>
              <a:t>1</a:t>
            </a:r>
            <a:r>
              <a:rPr lang="en-US" sz="1013" u="sng" dirty="0">
                <a:solidFill>
                  <a:schemeClr val="accent2">
                    <a:lumMod val="75000"/>
                  </a:schemeClr>
                </a:solidFill>
              </a:rPr>
              <a:t>.Industrial Sources</a:t>
            </a:r>
          </a:p>
          <a:p>
            <a:r>
              <a:rPr lang="en-US" sz="1013" dirty="0"/>
              <a:t>  Progress  in technology (industrialization)  has  resulted in creating noise pollution . Textile mills, printing presses, engineering  establishments  and metal  works etc. contribute heavily  towards  noise pollution.  In industrial  cities  like Kolkata, Ludhiana, Kanpur etc., often the  industrial  zones  are  not separated from the </a:t>
            </a:r>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p:txBody>
      </p:sp>
      <p:pic>
        <p:nvPicPr>
          <p:cNvPr id="10" name="Picture 9">
            <a:extLst>
              <a:ext uri="{FF2B5EF4-FFF2-40B4-BE49-F238E27FC236}">
                <a16:creationId xmlns:a16="http://schemas.microsoft.com/office/drawing/2014/main" id="{E52E72C6-D12F-4533-B8E9-20EECCEE3A96}"/>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05087" y="3942919"/>
            <a:ext cx="1800225" cy="1553547"/>
          </a:xfrm>
          <a:prstGeom prst="rect">
            <a:avLst/>
          </a:prstGeom>
        </p:spPr>
      </p:pic>
    </p:spTree>
    <p:extLst>
      <p:ext uri="{BB962C8B-B14F-4D97-AF65-F5344CB8AC3E}">
        <p14:creationId xmlns:p14="http://schemas.microsoft.com/office/powerpoint/2010/main" val="197708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C20B31-2FC4-4D71-8D5B-FA27E50BD5C2}"/>
              </a:ext>
            </a:extLst>
          </p:cNvPr>
          <p:cNvSpPr txBox="1"/>
          <p:nvPr/>
        </p:nvSpPr>
        <p:spPr>
          <a:xfrm>
            <a:off x="1557869" y="1318088"/>
            <a:ext cx="3023306" cy="2586349"/>
          </a:xfrm>
          <a:prstGeom prst="rect">
            <a:avLst/>
          </a:prstGeom>
          <a:noFill/>
        </p:spPr>
        <p:txBody>
          <a:bodyPr wrap="square">
            <a:spAutoFit/>
          </a:bodyPr>
          <a:lstStyle/>
          <a:p>
            <a:r>
              <a:rPr lang="en-US" sz="1013" dirty="0"/>
              <a:t>residential  zones  of  the  city especially  in the  case of small  scale industries. These operate  from workshops  located on the  ground floors  of  the  residential  areas  and cause annoyance, discomfort and  irritation  to the residents  exposed to the  noise that is  inevitably  produced. The situation  is much better in modern planned cities like Chandigarh where the industrial  area  is  kept  away  from the residential  areas  and both are  separated from each other  by  a  sufficiently  wide green belt. </a:t>
            </a:r>
          </a:p>
          <a:p>
            <a:r>
              <a:rPr lang="en-US" sz="1013" dirty="0"/>
              <a:t>2</a:t>
            </a:r>
            <a:r>
              <a:rPr lang="en-US" sz="1013" u="sng" dirty="0">
                <a:solidFill>
                  <a:schemeClr val="accent2">
                    <a:lumMod val="75000"/>
                  </a:schemeClr>
                </a:solidFill>
              </a:rPr>
              <a:t>.Transport Vehicles</a:t>
            </a:r>
          </a:p>
          <a:p>
            <a:r>
              <a:rPr lang="en-US" sz="1013" dirty="0"/>
              <a:t> Automobile revolution  in urban centers has  proved to be a  big  source  of  noise pollution.  Increasing  traffic has given rise to  traffic jams  in congested areas  where the repeated hooting  of  horns  by  impatient  drivers  pierce the  ears  of  all  road users. </a:t>
            </a:r>
          </a:p>
        </p:txBody>
      </p:sp>
    </p:spTree>
    <p:extLst>
      <p:ext uri="{BB962C8B-B14F-4D97-AF65-F5344CB8AC3E}">
        <p14:creationId xmlns:p14="http://schemas.microsoft.com/office/powerpoint/2010/main" val="359283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7C109B-DF1D-408F-8A82-533A70682075}"/>
              </a:ext>
            </a:extLst>
          </p:cNvPr>
          <p:cNvSpPr txBox="1"/>
          <p:nvPr/>
        </p:nvSpPr>
        <p:spPr>
          <a:xfrm>
            <a:off x="1212398" y="1613820"/>
            <a:ext cx="3686173" cy="3521605"/>
          </a:xfrm>
          <a:prstGeom prst="rect">
            <a:avLst/>
          </a:prstGeom>
          <a:noFill/>
        </p:spPr>
        <p:txBody>
          <a:bodyPr wrap="square">
            <a:spAutoFit/>
          </a:bodyPr>
          <a:lstStyle/>
          <a:p>
            <a:r>
              <a:rPr lang="en-US" sz="1013" dirty="0"/>
              <a:t>Noise from airplanes constitutes  an increasing  serious problem in big  cities  like Delhi  &amp;  Mumbai. Airport situated in the  vicinity of  population centers  and the air planes  pass  over residential  areas. Heavy  trucks, buses trains, jet mopeds,  jeeps planes, motor </a:t>
            </a:r>
            <a:r>
              <a:rPr lang="en-US" sz="1013"/>
              <a:t>—cycles, </a:t>
            </a:r>
            <a:r>
              <a:rPr lang="en-US" sz="1013" dirty="0"/>
              <a:t>cotters, the  list of  vehicles is  endless  but the outcome  is  same —</a:t>
            </a:r>
          </a:p>
          <a:p>
            <a:r>
              <a:rPr lang="en-US" sz="1013" dirty="0"/>
              <a:t> 3. </a:t>
            </a:r>
            <a:r>
              <a:rPr lang="en-US" sz="1013" u="sng" dirty="0">
                <a:solidFill>
                  <a:schemeClr val="accent2">
                    <a:lumMod val="75000"/>
                  </a:schemeClr>
                </a:solidFill>
              </a:rPr>
              <a:t>Household noise pollution</a:t>
            </a:r>
          </a:p>
          <a:p>
            <a:r>
              <a:rPr lang="en-US" sz="1013" dirty="0"/>
              <a:t> The household is  an industry  in  itself  and is  a  source  of many indoor noises  such as  the  banging  of  doors, noise of  playing  children, crying  of  infants, moving  of furniture, loud  conversation  of  the  inhabitants  etc. Besides these are  the  entertainment equipment in the house, namely  the  radio,  record players  and television sets. Domestic gadgets  like the mixer pressure  cookers, desert coolers, air grinders, conditioners, exhaust fans, vacuum  cleaners,  sewing  and washing machines are  all  indoor sources  of  noise pollution </a:t>
            </a:r>
          </a:p>
          <a:p>
            <a:r>
              <a:rPr lang="en-US" sz="1013" dirty="0"/>
              <a:t>4.</a:t>
            </a:r>
            <a:r>
              <a:rPr lang="en-US" sz="1013" u="sng" dirty="0">
                <a:solidFill>
                  <a:schemeClr val="accent2">
                    <a:lumMod val="75000"/>
                  </a:schemeClr>
                </a:solidFill>
              </a:rPr>
              <a:t>Public  Address System</a:t>
            </a:r>
          </a:p>
          <a:p>
            <a:r>
              <a:rPr lang="en-US" sz="1013" dirty="0"/>
              <a:t> In India  people need only  the  slightest of  an excuse for using  loud  speakers. The reason may  be a  religious function,  birth, death, marriage, elections demonstration, or  just commercial  advertising. Public system, therefore, contributes  in its own  way  towards noise pollution.</a:t>
            </a:r>
          </a:p>
        </p:txBody>
      </p:sp>
    </p:spTree>
    <p:extLst>
      <p:ext uri="{BB962C8B-B14F-4D97-AF65-F5344CB8AC3E}">
        <p14:creationId xmlns:p14="http://schemas.microsoft.com/office/powerpoint/2010/main" val="3105158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985D0B-17A6-464B-A4D4-B3E5E44A13AC}"/>
              </a:ext>
            </a:extLst>
          </p:cNvPr>
          <p:cNvSpPr txBox="1"/>
          <p:nvPr/>
        </p:nvSpPr>
        <p:spPr>
          <a:xfrm>
            <a:off x="970969" y="1933799"/>
            <a:ext cx="3535718" cy="3209853"/>
          </a:xfrm>
          <a:prstGeom prst="rect">
            <a:avLst/>
          </a:prstGeom>
          <a:noFill/>
        </p:spPr>
        <p:txBody>
          <a:bodyPr wrap="square">
            <a:spAutoFit/>
          </a:bodyPr>
          <a:lstStyle/>
          <a:p>
            <a:r>
              <a:rPr lang="en-US" sz="1013" dirty="0"/>
              <a:t>5</a:t>
            </a:r>
            <a:r>
              <a:rPr lang="en-US" sz="1013" u="sng" dirty="0">
                <a:solidFill>
                  <a:schemeClr val="accent2">
                    <a:lumMod val="75000"/>
                  </a:schemeClr>
                </a:solidFill>
              </a:rPr>
              <a:t>.Agricultural  Machines</a:t>
            </a:r>
          </a:p>
          <a:p>
            <a:r>
              <a:rPr lang="en-US" sz="1013" dirty="0"/>
              <a:t> Tractors,  thrashers, harvesters,  tube  wells, powered tillers  etc. have all  made  agriculture highly  mechanical but at the  same time highly  noisy. Noise  level  90  dB  to 98  dB  due to running  of  farm machines have been recorded in the  state of  Punjab.</a:t>
            </a:r>
          </a:p>
          <a:p>
            <a:r>
              <a:rPr lang="en-US" sz="1013" dirty="0"/>
              <a:t> 6</a:t>
            </a:r>
            <a:r>
              <a:rPr lang="en-US" sz="1013" u="sng" dirty="0">
                <a:solidFill>
                  <a:schemeClr val="accent2">
                    <a:lumMod val="75000"/>
                  </a:schemeClr>
                </a:solidFill>
              </a:rPr>
              <a:t>. </a:t>
            </a:r>
            <a:r>
              <a:rPr lang="en-US" sz="1013" u="sng" dirty="0" err="1">
                <a:solidFill>
                  <a:schemeClr val="accent2">
                    <a:lumMod val="75000"/>
                  </a:schemeClr>
                </a:solidFill>
              </a:rPr>
              <a:t>Defence</a:t>
            </a:r>
            <a:r>
              <a:rPr lang="en-US" sz="1013" u="sng" dirty="0">
                <a:solidFill>
                  <a:schemeClr val="accent2">
                    <a:lumMod val="75000"/>
                  </a:schemeClr>
                </a:solidFill>
              </a:rPr>
              <a:t>  Equipment</a:t>
            </a:r>
          </a:p>
          <a:p>
            <a:r>
              <a:rPr lang="en-US" sz="1013" dirty="0"/>
              <a:t> A lot of  noise pollution  is  added to the  atmosphere by artillery, tanks, launching  of  rockets, explosions, exercising  of  military  airplanes  and shooting practices. Screams  of  jet engines and sonic booms  have a </a:t>
            </a:r>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p:txBody>
      </p:sp>
      <p:pic>
        <p:nvPicPr>
          <p:cNvPr id="4" name="Picture 3">
            <a:extLst>
              <a:ext uri="{FF2B5EF4-FFF2-40B4-BE49-F238E27FC236}">
                <a16:creationId xmlns:a16="http://schemas.microsoft.com/office/drawing/2014/main" id="{086F467E-747A-4C35-BC8E-9D09D05120B2}"/>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rot="10800000" flipV="1">
            <a:off x="1073605" y="3907039"/>
            <a:ext cx="2999208" cy="1297016"/>
          </a:xfrm>
          <a:prstGeom prst="rect">
            <a:avLst/>
          </a:prstGeom>
        </p:spPr>
      </p:pic>
      <p:sp>
        <p:nvSpPr>
          <p:cNvPr id="5" name="TextBox 4">
            <a:extLst>
              <a:ext uri="{FF2B5EF4-FFF2-40B4-BE49-F238E27FC236}">
                <a16:creationId xmlns:a16="http://schemas.microsoft.com/office/drawing/2014/main" id="{F24B206F-8B7D-49C8-9229-3446AC935CD8}"/>
              </a:ext>
            </a:extLst>
          </p:cNvPr>
          <p:cNvSpPr txBox="1"/>
          <p:nvPr/>
        </p:nvSpPr>
        <p:spPr>
          <a:xfrm rot="10800000" flipV="1">
            <a:off x="2169368" y="3736863"/>
            <a:ext cx="2519266" cy="170175"/>
          </a:xfrm>
          <a:prstGeom prst="rect">
            <a:avLst/>
          </a:prstGeom>
          <a:noFill/>
        </p:spPr>
        <p:txBody>
          <a:bodyPr wrap="square" rtlCol="0">
            <a:spAutoFit/>
          </a:bodyPr>
          <a:lstStyle/>
          <a:p>
            <a:r>
              <a:rPr lang="en-US" sz="506">
                <a:hlinkClick r:id="rId3" tooltip="https://blogs.ubc.ca/communicatingscience2017w211/2018/03/18/the-effects-of-human-generated-sound-on-marine-mammals/"/>
              </a:rPr>
              <a:t>This Photo</a:t>
            </a:r>
            <a:r>
              <a:rPr lang="en-US" sz="506"/>
              <a:t> by Unknown Author is licensed under </a:t>
            </a:r>
            <a:r>
              <a:rPr lang="en-US" sz="506">
                <a:hlinkClick r:id="rId4" tooltip="https://creativecommons.org/licenses/by-nc-nd/3.0/"/>
              </a:rPr>
              <a:t>CC BY-NC-ND</a:t>
            </a:r>
            <a:endParaRPr lang="en-US" sz="506"/>
          </a:p>
        </p:txBody>
      </p:sp>
    </p:spTree>
    <p:extLst>
      <p:ext uri="{BB962C8B-B14F-4D97-AF65-F5344CB8AC3E}">
        <p14:creationId xmlns:p14="http://schemas.microsoft.com/office/powerpoint/2010/main" val="2602165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6A47C1D-199C-4F0F-8723-43130CF1332C}"/>
              </a:ext>
            </a:extLst>
          </p:cNvPr>
          <p:cNvSpPr txBox="1"/>
          <p:nvPr/>
        </p:nvSpPr>
        <p:spPr>
          <a:xfrm>
            <a:off x="1350607" y="1668197"/>
            <a:ext cx="3734577" cy="3521605"/>
          </a:xfrm>
          <a:prstGeom prst="rect">
            <a:avLst/>
          </a:prstGeom>
          <a:noFill/>
        </p:spPr>
        <p:txBody>
          <a:bodyPr wrap="square">
            <a:spAutoFit/>
          </a:bodyPr>
          <a:lstStyle/>
          <a:p>
            <a:r>
              <a:rPr lang="en-US" sz="1013" dirty="0"/>
              <a:t>deafening  impact on the ears  and in extreme  cases have been known to shatter  the  window  panes  and old dilapidated buildings.</a:t>
            </a:r>
          </a:p>
          <a:p>
            <a:r>
              <a:rPr lang="en-US" sz="1013" dirty="0"/>
              <a:t>7. </a:t>
            </a:r>
            <a:r>
              <a:rPr lang="en-US" sz="1013" u="sng" dirty="0">
                <a:solidFill>
                  <a:schemeClr val="accent2">
                    <a:lumMod val="75000"/>
                  </a:schemeClr>
                </a:solidFill>
              </a:rPr>
              <a:t>Miscellaneous Sources </a:t>
            </a:r>
          </a:p>
          <a:p>
            <a:r>
              <a:rPr lang="en-US" sz="1013" dirty="0"/>
              <a:t>The automobile repair  shops, construction works, blasting, bulldozing, stone crushing  etc. are  other sources  of  noise pollution. The effects of  noise pollution has  a  ill  effects not only on  the  human beings  but also  on  other  living  and  non living  things, which will  be discussed below:</a:t>
            </a:r>
          </a:p>
          <a:p>
            <a:r>
              <a:rPr lang="en-US" sz="1013" dirty="0"/>
              <a:t>                   </a:t>
            </a:r>
          </a:p>
          <a:p>
            <a:r>
              <a:rPr lang="en-US" sz="1013" dirty="0"/>
              <a:t>                    </a:t>
            </a:r>
            <a:r>
              <a:rPr lang="en-US" sz="1013" u="sng" dirty="0">
                <a:solidFill>
                  <a:schemeClr val="accent5">
                    <a:lumMod val="75000"/>
                  </a:schemeClr>
                </a:solidFill>
                <a:latin typeface="Arial Black" panose="020B0A04020102020204" pitchFamily="34" charset="0"/>
              </a:rPr>
              <a:t> Effects  of  Noise  Pollution</a:t>
            </a:r>
            <a:r>
              <a:rPr lang="en-US" sz="1013" dirty="0"/>
              <a:t> </a:t>
            </a:r>
          </a:p>
          <a:p>
            <a:endParaRPr lang="en-US" sz="1013" dirty="0"/>
          </a:p>
          <a:p>
            <a:pPr marL="192868" indent="-192868">
              <a:buAutoNum type="arabicPeriod"/>
            </a:pPr>
            <a:r>
              <a:rPr lang="en-US" sz="1013" u="sng" dirty="0">
                <a:solidFill>
                  <a:schemeClr val="accent2">
                    <a:lumMod val="75000"/>
                  </a:schemeClr>
                </a:solidFill>
              </a:rPr>
              <a:t>Repeated Interference  with  sleep:</a:t>
            </a:r>
            <a:r>
              <a:rPr lang="en-US" sz="1013" dirty="0"/>
              <a:t> </a:t>
            </a:r>
          </a:p>
          <a:p>
            <a:r>
              <a:rPr lang="en-US" sz="1013" dirty="0"/>
              <a:t>In a  social  survey carried out amongst people living  in the  vicinity of London Airport, some 22  per cent  said that they sometimes found  difficulty in  getting to  sleep because of  airport noises.  In areas  where the noise level  was particularly  high, up to 50  per cent  complained about the  noise. An even higher  per centage  said they  were awakened by  high intensity noises, usually  early  at night when sleep was  not yet  deep. After people have been asleep for some hours, they do  not readily  wake up, even when subjected to  very  loud  noises.  Different</a:t>
            </a:r>
          </a:p>
        </p:txBody>
      </p:sp>
    </p:spTree>
    <p:extLst>
      <p:ext uri="{BB962C8B-B14F-4D97-AF65-F5344CB8AC3E}">
        <p14:creationId xmlns:p14="http://schemas.microsoft.com/office/powerpoint/2010/main" val="2487777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785472-FAF4-4729-A30A-4817A4F2FD9B}"/>
              </a:ext>
            </a:extLst>
          </p:cNvPr>
          <p:cNvSpPr txBox="1"/>
          <p:nvPr/>
        </p:nvSpPr>
        <p:spPr>
          <a:xfrm>
            <a:off x="1716251" y="2159163"/>
            <a:ext cx="3432498" cy="2742226"/>
          </a:xfrm>
          <a:prstGeom prst="rect">
            <a:avLst/>
          </a:prstGeom>
          <a:noFill/>
        </p:spPr>
        <p:txBody>
          <a:bodyPr wrap="square">
            <a:spAutoFit/>
          </a:bodyPr>
          <a:lstStyle/>
          <a:p>
            <a:r>
              <a:rPr lang="en-US" sz="1013" dirty="0"/>
              <a:t>people have different depths of  sleep and they  can adjust to  nocturnal  sounds.  Undoubtedly, however, noisy  conditions  near residential  areas  at night must be avoided lack  of  continuous  sleep has  as  counteract  it. Many techniques  for sound  insulation are  available today  and ca n be  applied  at relatively  modest expense.</a:t>
            </a:r>
          </a:p>
          <a:p>
            <a:r>
              <a:rPr lang="en-US" sz="1013" dirty="0"/>
              <a:t> 2</a:t>
            </a:r>
            <a:r>
              <a:rPr lang="en-US" sz="1013" u="sng" dirty="0">
                <a:solidFill>
                  <a:schemeClr val="accent2">
                    <a:lumMod val="75000"/>
                  </a:schemeClr>
                </a:solidFill>
              </a:rPr>
              <a:t>.  Effect on hearing or  deafness:</a:t>
            </a:r>
          </a:p>
          <a:p>
            <a:r>
              <a:rPr lang="en-US" sz="1013" dirty="0"/>
              <a:t> These effects only become of  real  importance if  the sounds  are exceptionally  loud. Continuous  exposure  to noise levels much above 100  dB  has  an adverse effect on hearing ability  within  a  fairly  short time. Many  workers  who  are exposed to  the  noise of  jet aircraft or very  noisy workshops  for even moderate  periods  soon develop detectable hearing  defects.  Today  it has  become the practice for workers  in these situations  to the </a:t>
            </a:r>
          </a:p>
        </p:txBody>
      </p:sp>
    </p:spTree>
    <p:extLst>
      <p:ext uri="{BB962C8B-B14F-4D97-AF65-F5344CB8AC3E}">
        <p14:creationId xmlns:p14="http://schemas.microsoft.com/office/powerpoint/2010/main" val="3822552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26E08B-BB9F-442C-AB74-E20D1CF7D3D1}"/>
              </a:ext>
            </a:extLst>
          </p:cNvPr>
          <p:cNvSpPr txBox="1"/>
          <p:nvPr/>
        </p:nvSpPr>
        <p:spPr>
          <a:xfrm>
            <a:off x="1716251" y="2470786"/>
            <a:ext cx="3432498" cy="2274597"/>
          </a:xfrm>
          <a:prstGeom prst="rect">
            <a:avLst/>
          </a:prstGeom>
          <a:noFill/>
        </p:spPr>
        <p:txBody>
          <a:bodyPr wrap="square">
            <a:spAutoFit/>
          </a:bodyPr>
          <a:lstStyle/>
          <a:p>
            <a:r>
              <a:rPr lang="en-US" sz="1013" dirty="0"/>
              <a:t>equipped with ear protectors  and provided these are worn all  the  time hearing  ability  is  not affected.</a:t>
            </a:r>
          </a:p>
          <a:p>
            <a:r>
              <a:rPr lang="en-US" sz="1013" dirty="0"/>
              <a:t> </a:t>
            </a:r>
          </a:p>
          <a:p>
            <a:r>
              <a:rPr lang="en-US" sz="1013" dirty="0"/>
              <a:t> 3.  </a:t>
            </a:r>
            <a:r>
              <a:rPr lang="en-US" sz="1013" u="sng" dirty="0">
                <a:solidFill>
                  <a:schemeClr val="accent2">
                    <a:lumMod val="75000"/>
                  </a:schemeClr>
                </a:solidFill>
              </a:rPr>
              <a:t>Effect on Communication or  Speech Interference: </a:t>
            </a:r>
          </a:p>
          <a:p>
            <a:endParaRPr lang="en-US" sz="1013" u="sng" dirty="0">
              <a:solidFill>
                <a:schemeClr val="accent2">
                  <a:lumMod val="75000"/>
                </a:schemeClr>
              </a:solidFill>
            </a:endParaRPr>
          </a:p>
          <a:p>
            <a:r>
              <a:rPr lang="en-US" sz="1013" dirty="0"/>
              <a:t>External  sounds  can  interfere with conversation  and use of  the  telephone, and well  as the  enjoyment  of radio  and television  </a:t>
            </a:r>
            <a:r>
              <a:rPr lang="en-US" sz="1013" dirty="0" err="1"/>
              <a:t>programmes</a:t>
            </a:r>
            <a:r>
              <a:rPr lang="en-US" sz="1013" dirty="0"/>
              <a:t> and like pastimes. It can  thus affect the efficiency  of  offices,  schools  and other  places  where communication is  of  vital importance. The maximum accepted level  of  noise under such conditions  in 55  </a:t>
            </a:r>
            <a:r>
              <a:rPr lang="en-US" sz="1013" dirty="0" err="1"/>
              <a:t>dB.</a:t>
            </a:r>
            <a:r>
              <a:rPr lang="en-US" sz="1013" dirty="0"/>
              <a:t> 70  dB  is  considered very noisy  and serious  interference with verbal communications  is  inevitable. </a:t>
            </a:r>
          </a:p>
        </p:txBody>
      </p:sp>
    </p:spTree>
    <p:extLst>
      <p:ext uri="{BB962C8B-B14F-4D97-AF65-F5344CB8AC3E}">
        <p14:creationId xmlns:p14="http://schemas.microsoft.com/office/powerpoint/2010/main" val="3709304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CC57CAC-FFB0-4B1C-9741-5C9EF75305F7}"/>
              </a:ext>
            </a:extLst>
          </p:cNvPr>
          <p:cNvSpPr txBox="1"/>
          <p:nvPr/>
        </p:nvSpPr>
        <p:spPr>
          <a:xfrm>
            <a:off x="1772816" y="1054359"/>
            <a:ext cx="2761862" cy="5080365"/>
          </a:xfrm>
          <a:prstGeom prst="rect">
            <a:avLst/>
          </a:prstGeom>
          <a:noFill/>
        </p:spPr>
        <p:txBody>
          <a:bodyPr wrap="square">
            <a:spAutoFit/>
          </a:bodyPr>
          <a:lstStyle/>
          <a:p>
            <a:r>
              <a:rPr lang="en-US" sz="1013" dirty="0"/>
              <a:t> 4.</a:t>
            </a:r>
            <a:r>
              <a:rPr lang="en-US" sz="1013" u="sng" dirty="0">
                <a:solidFill>
                  <a:schemeClr val="accent2">
                    <a:lumMod val="75000"/>
                  </a:schemeClr>
                </a:solidFill>
              </a:rPr>
              <a:t>Mental  or  Physiological  Effects</a:t>
            </a:r>
            <a:r>
              <a:rPr lang="en-US" sz="1013" dirty="0"/>
              <a:t>:</a:t>
            </a:r>
          </a:p>
          <a:p>
            <a:r>
              <a:rPr lang="en-US" sz="1013" dirty="0"/>
              <a:t> Many people complain that noise makes  them mentally  ill. Experiments  have been performed to  attempt  to confirm or disprove these claims.  According  to the H.M. Stationary Office  report  Noise;  noise certainly does  not contribute  in the  least  to mental  illness. Doctors  and scientist have now  medically  confirmed that noise disturbs  the  biological  organisms  and their respective functions  of  the  humans. Fire  crackers  and other  excessive and continuous  explosives  become physically  painful  giving  rise to  neurosis, mental  illness, cardiovascular diseases, stomach ulcers  and respiratory disorders reducing human  life.  Recent  researches have concluded that </a:t>
            </a:r>
            <a:r>
              <a:rPr lang="en-US" sz="1013" dirty="0" err="1"/>
              <a:t>sho</a:t>
            </a:r>
            <a:r>
              <a:rPr lang="en-US" sz="1013" dirty="0"/>
              <a:t> rt  exposures  to noise (in excess  of about 100  dB)  leads  to adverse effects on </a:t>
            </a:r>
            <a:r>
              <a:rPr lang="en-US" sz="1013" dirty="0" err="1"/>
              <a:t>foetus</a:t>
            </a:r>
            <a:r>
              <a:rPr lang="en-US" sz="1013" dirty="0"/>
              <a:t>, headache  and, dizziness, dilatoriness  in  intestines, stomach problems and  effects  on  eye sights to the extent that these at times  become incurable.</a:t>
            </a:r>
          </a:p>
          <a:p>
            <a:r>
              <a:rPr lang="en-US" sz="1013" dirty="0"/>
              <a:t> 5</a:t>
            </a:r>
            <a:r>
              <a:rPr lang="en-US" sz="1013" u="sng" dirty="0">
                <a:solidFill>
                  <a:schemeClr val="accent2">
                    <a:lumMod val="75000"/>
                  </a:schemeClr>
                </a:solidFill>
              </a:rPr>
              <a:t>. Effects  on Physical  Health  and working efficiency or Psychological  problems:</a:t>
            </a:r>
          </a:p>
          <a:p>
            <a:r>
              <a:rPr lang="en-US" sz="1013" dirty="0"/>
              <a:t> Noise  has  little physical  effect on  the  biological  performance  provided that the noise level  is  below  about 90  </a:t>
            </a:r>
            <a:r>
              <a:rPr lang="en-US" sz="1013" dirty="0" err="1"/>
              <a:t>dB.</a:t>
            </a:r>
            <a:r>
              <a:rPr lang="en-US" sz="1013" dirty="0"/>
              <a:t> Damage to  the  inner  ear may result if  continuous  noise  levels exceed about 100 dB  as  has  been observed by  the Doctors  leading  to physical  illness.  Psychiatrists and psychologists have in recent researches  have made observations  that noise</a:t>
            </a:r>
          </a:p>
        </p:txBody>
      </p:sp>
    </p:spTree>
    <p:extLst>
      <p:ext uri="{BB962C8B-B14F-4D97-AF65-F5344CB8AC3E}">
        <p14:creationId xmlns:p14="http://schemas.microsoft.com/office/powerpoint/2010/main" val="2746198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955824-0C76-409F-8A8F-0CB8FF77FDE5}"/>
              </a:ext>
            </a:extLst>
          </p:cNvPr>
          <p:cNvSpPr txBox="1"/>
          <p:nvPr/>
        </p:nvSpPr>
        <p:spPr>
          <a:xfrm>
            <a:off x="1567543" y="1786842"/>
            <a:ext cx="3003874" cy="3677482"/>
          </a:xfrm>
          <a:prstGeom prst="rect">
            <a:avLst/>
          </a:prstGeom>
          <a:noFill/>
        </p:spPr>
        <p:txBody>
          <a:bodyPr wrap="square">
            <a:spAutoFit/>
          </a:bodyPr>
          <a:lstStyle/>
          <a:p>
            <a:r>
              <a:rPr lang="en-US" sz="1013" dirty="0"/>
              <a:t>has  certain relation  with physical  health causing tension  resulting in problems such as  speech interference, annoyance, fatigue, sleep interference and emotional  distress.  Noise levels  in industries causes interference in efficiency  and communication and raises  possibilities  of  accidents. World Health Organization has  estimated remarkable loss  in the industries annually.</a:t>
            </a:r>
          </a:p>
          <a:p>
            <a:endParaRPr lang="en-US" sz="1013" dirty="0"/>
          </a:p>
          <a:p>
            <a:r>
              <a:rPr lang="en-US" sz="1013" dirty="0"/>
              <a:t> 6. </a:t>
            </a:r>
            <a:r>
              <a:rPr lang="en-US" sz="1013" u="sng" dirty="0">
                <a:solidFill>
                  <a:schemeClr val="accent2">
                    <a:lumMod val="75000"/>
                  </a:schemeClr>
                </a:solidFill>
              </a:rPr>
              <a:t>Effects  on other  animals  and other  living things</a:t>
            </a:r>
            <a:r>
              <a:rPr lang="en-US" sz="1013" dirty="0"/>
              <a:t>:</a:t>
            </a:r>
          </a:p>
          <a:p>
            <a:endParaRPr lang="en-US" sz="1013" dirty="0"/>
          </a:p>
          <a:p>
            <a:r>
              <a:rPr lang="en-US" sz="1013" dirty="0"/>
              <a:t> The effect caused by  industries, railways, crackers, explosions  and commotion  in the  cities, aircrafts  etc.,</a:t>
            </a:r>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a:p>
            <a:endParaRPr lang="en-US" sz="1013" dirty="0"/>
          </a:p>
        </p:txBody>
      </p:sp>
    </p:spTree>
    <p:extLst>
      <p:ext uri="{BB962C8B-B14F-4D97-AF65-F5344CB8AC3E}">
        <p14:creationId xmlns:p14="http://schemas.microsoft.com/office/powerpoint/2010/main" val="1549847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0C7A93-2778-4EAB-B599-8C9799924518}"/>
              </a:ext>
            </a:extLst>
          </p:cNvPr>
          <p:cNvSpPr txBox="1"/>
          <p:nvPr/>
        </p:nvSpPr>
        <p:spPr>
          <a:xfrm>
            <a:off x="1716251" y="1847538"/>
            <a:ext cx="3432498" cy="3365730"/>
          </a:xfrm>
          <a:prstGeom prst="rect">
            <a:avLst/>
          </a:prstGeom>
          <a:noFill/>
        </p:spPr>
        <p:txBody>
          <a:bodyPr wrap="square">
            <a:spAutoFit/>
          </a:bodyPr>
          <a:lstStyle/>
          <a:p>
            <a:r>
              <a:rPr lang="en-US" sz="1013" dirty="0"/>
              <a:t>can  be felt on animals, birds,  mice, fishes  and domestic animals  for they  are  susceptible to  various  effects of due to  exposure  noise levels  change their places. Birds avoid migrating to  places  where noise level  is  above 100  </a:t>
            </a:r>
            <a:r>
              <a:rPr lang="en-US" sz="1013" dirty="0" err="1"/>
              <a:t>dB.</a:t>
            </a:r>
            <a:r>
              <a:rPr lang="en-US" sz="1013" dirty="0"/>
              <a:t> The noise emissions  caused by  supersonic aircraft, railway  noise emissions  etc. , may  cause miscarriage in mammals  and fishes as  well  as  birds  are observed to have stopped laying  eggs. Thus  to sum up animals  and other living  things  become upset  more than human beings  and  in the  direct  cause of ecological  in balance.</a:t>
            </a:r>
          </a:p>
          <a:p>
            <a:r>
              <a:rPr lang="en-US" sz="1013" dirty="0"/>
              <a:t> 7.</a:t>
            </a:r>
            <a:r>
              <a:rPr lang="en-US" sz="1013" u="sng" dirty="0">
                <a:solidFill>
                  <a:schemeClr val="accent2">
                    <a:lumMod val="75000"/>
                  </a:schemeClr>
                </a:solidFill>
              </a:rPr>
              <a:t>Effect on nonliving things</a:t>
            </a:r>
            <a:r>
              <a:rPr lang="en-US" sz="1013" dirty="0"/>
              <a:t>:</a:t>
            </a:r>
          </a:p>
          <a:p>
            <a:r>
              <a:rPr lang="en-US" sz="1013" dirty="0"/>
              <a:t> Intense noise levels affects non living  things  too.  The noise booms  cause cracks  in national  and archaeological well  as  very high . monuments  as levels  of  noise are the  cause of cracks  in hills. High intensity  explosions  can break  glass panes and vibrations  in the  buildings. Research  work  at India  and  abroad  is being  done  so  as  to  access  its gravity on nonliving  things  so  that precautions  could be taken forehand to reduce impact therefore. </a:t>
            </a:r>
          </a:p>
        </p:txBody>
      </p:sp>
    </p:spTree>
    <p:extLst>
      <p:ext uri="{BB962C8B-B14F-4D97-AF65-F5344CB8AC3E}">
        <p14:creationId xmlns:p14="http://schemas.microsoft.com/office/powerpoint/2010/main" val="3240857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A61862-F03E-409A-8D8A-A5D393709209}"/>
              </a:ext>
            </a:extLst>
          </p:cNvPr>
          <p:cNvSpPr txBox="1"/>
          <p:nvPr/>
        </p:nvSpPr>
        <p:spPr>
          <a:xfrm>
            <a:off x="1712751" y="2291701"/>
            <a:ext cx="3432498" cy="2274597"/>
          </a:xfrm>
          <a:prstGeom prst="rect">
            <a:avLst/>
          </a:prstGeom>
          <a:noFill/>
        </p:spPr>
        <p:txBody>
          <a:bodyPr wrap="square">
            <a:spAutoFit/>
          </a:bodyPr>
          <a:lstStyle/>
          <a:p>
            <a:pPr algn="ctr"/>
            <a:r>
              <a:rPr lang="en-US" sz="1013" dirty="0">
                <a:solidFill>
                  <a:schemeClr val="accent2">
                    <a:lumMod val="75000"/>
                  </a:schemeClr>
                </a:solidFill>
              </a:rPr>
              <a:t> </a:t>
            </a:r>
            <a:r>
              <a:rPr lang="en-US" sz="1013" u="sng" dirty="0">
                <a:solidFill>
                  <a:schemeClr val="accent5">
                    <a:lumMod val="75000"/>
                  </a:schemeClr>
                </a:solidFill>
                <a:latin typeface="Arial Black" panose="020B0A04020102020204" pitchFamily="34" charset="0"/>
              </a:rPr>
              <a:t>Prevention of  Noise  Pollution</a:t>
            </a:r>
          </a:p>
          <a:p>
            <a:endParaRPr lang="en-US" sz="1013" dirty="0"/>
          </a:p>
          <a:p>
            <a:r>
              <a:rPr lang="en-US" sz="1013" dirty="0"/>
              <a:t> We can reduce  noise Pollution  by  following mentioned Tips: </a:t>
            </a:r>
          </a:p>
          <a:p>
            <a:r>
              <a:rPr lang="en-US" sz="1013" dirty="0"/>
              <a:t>1. </a:t>
            </a:r>
            <a:r>
              <a:rPr lang="en-US" sz="1013" u="sng" dirty="0">
                <a:solidFill>
                  <a:schemeClr val="accent2">
                    <a:lumMod val="75000"/>
                  </a:schemeClr>
                </a:solidFill>
              </a:rPr>
              <a:t>Turn of  Appliances at Homes and Offic</a:t>
            </a:r>
            <a:r>
              <a:rPr lang="en-US" sz="1013" dirty="0"/>
              <a:t>es: </a:t>
            </a:r>
          </a:p>
          <a:p>
            <a:r>
              <a:rPr lang="en-US" sz="1013" dirty="0"/>
              <a:t> We can turn off  home  and office appliances  when not in use such as  TV, games, computers  etc. it can create unnecessary  stress  on ears. We  can save electricity also when we turn them off.</a:t>
            </a:r>
          </a:p>
          <a:p>
            <a:r>
              <a:rPr lang="en-US" sz="1013" dirty="0"/>
              <a:t> 2</a:t>
            </a:r>
            <a:r>
              <a:rPr lang="en-US" sz="1013" u="sng" dirty="0">
                <a:solidFill>
                  <a:schemeClr val="accent2">
                    <a:lumMod val="75000"/>
                  </a:schemeClr>
                </a:solidFill>
              </a:rPr>
              <a:t>. Shut the  door  when using noisy machines: </a:t>
            </a:r>
          </a:p>
          <a:p>
            <a:r>
              <a:rPr lang="en-US" sz="1013" dirty="0"/>
              <a:t>We can shut the door after we  turn on dishwashers  or washing  machines  for rooms  where it is  kept  or we can turn them on  before leaving  the house so  that overlapping  of exposure to loud noises can be reduced </a:t>
            </a:r>
          </a:p>
        </p:txBody>
      </p:sp>
    </p:spTree>
    <p:extLst>
      <p:ext uri="{BB962C8B-B14F-4D97-AF65-F5344CB8AC3E}">
        <p14:creationId xmlns:p14="http://schemas.microsoft.com/office/powerpoint/2010/main" val="3438885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6687EB-FD26-4EBE-88CE-54C2D92600E9}"/>
              </a:ext>
            </a:extLst>
          </p:cNvPr>
          <p:cNvSpPr txBox="1"/>
          <p:nvPr/>
        </p:nvSpPr>
        <p:spPr>
          <a:xfrm>
            <a:off x="1716251" y="2548692"/>
            <a:ext cx="3432498" cy="1962845"/>
          </a:xfrm>
          <a:prstGeom prst="rect">
            <a:avLst/>
          </a:prstGeom>
          <a:noFill/>
        </p:spPr>
        <p:txBody>
          <a:bodyPr wrap="square">
            <a:spAutoFit/>
          </a:bodyPr>
          <a:lstStyle/>
          <a:p>
            <a:r>
              <a:rPr lang="en-US" sz="1013" dirty="0"/>
              <a:t>3.</a:t>
            </a:r>
            <a:r>
              <a:rPr lang="en-US" sz="1013" u="sng" dirty="0">
                <a:solidFill>
                  <a:schemeClr val="accent2">
                    <a:lumMod val="75000"/>
                  </a:schemeClr>
                </a:solidFill>
              </a:rPr>
              <a:t>Use  Earplugs</a:t>
            </a:r>
            <a:r>
              <a:rPr lang="en-US" sz="1013" dirty="0"/>
              <a:t>:</a:t>
            </a:r>
          </a:p>
          <a:p>
            <a:r>
              <a:rPr lang="en-US" sz="1013" dirty="0"/>
              <a:t> Use  of  earplugs  or  earmuffs  can  bring  down  loud noises  to  a  manageable  level.  Earplugs  are  small inserts  that  fit  into  our  ear  canal.  And  earmuffs  fit over  the  entire  outer  ear  to  form  an  air  seal keeping  ear s  safe  from  loud  noises.</a:t>
            </a:r>
          </a:p>
          <a:p>
            <a:r>
              <a:rPr lang="en-US" sz="1013" dirty="0"/>
              <a:t> 4</a:t>
            </a:r>
            <a:r>
              <a:rPr lang="en-US" sz="1013" u="sng" dirty="0">
                <a:solidFill>
                  <a:schemeClr val="accent2">
                    <a:lumMod val="75000"/>
                  </a:schemeClr>
                </a:solidFill>
              </a:rPr>
              <a:t>. Lower  the volume</a:t>
            </a:r>
            <a:r>
              <a:rPr lang="en-US" sz="1013" dirty="0"/>
              <a:t>:</a:t>
            </a:r>
          </a:p>
          <a:p>
            <a:r>
              <a:rPr lang="en-US" sz="1013" dirty="0"/>
              <a:t> We can listen to songs, radios,  TVs  in  lower  volume when listening  from headphones or speakers. Stay  away  from Noisy  area : Noise producing  industries, airports, vehicles  should  be far  from residential  areas as  it is  very  dangerous  for infants and senior citizens.</a:t>
            </a:r>
          </a:p>
        </p:txBody>
      </p:sp>
    </p:spTree>
    <p:extLst>
      <p:ext uri="{BB962C8B-B14F-4D97-AF65-F5344CB8AC3E}">
        <p14:creationId xmlns:p14="http://schemas.microsoft.com/office/powerpoint/2010/main" val="1991868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B38E00A-A469-49B7-9D0B-6DEE246DBA5B}"/>
              </a:ext>
            </a:extLst>
          </p:cNvPr>
          <p:cNvSpPr txBox="1"/>
          <p:nvPr/>
        </p:nvSpPr>
        <p:spPr>
          <a:xfrm>
            <a:off x="1716251" y="2860315"/>
            <a:ext cx="3432498" cy="1495218"/>
          </a:xfrm>
          <a:prstGeom prst="rect">
            <a:avLst/>
          </a:prstGeom>
          <a:noFill/>
        </p:spPr>
        <p:txBody>
          <a:bodyPr wrap="square">
            <a:spAutoFit/>
          </a:bodyPr>
          <a:lstStyle/>
          <a:p>
            <a:r>
              <a:rPr lang="en-US" sz="1013" dirty="0"/>
              <a:t>5.</a:t>
            </a:r>
            <a:r>
              <a:rPr lang="en-US" sz="1013" u="sng" dirty="0">
                <a:solidFill>
                  <a:schemeClr val="accent2">
                    <a:lumMod val="75000"/>
                  </a:schemeClr>
                </a:solidFill>
              </a:rPr>
              <a:t>Follow  the  limits of  noise  level :</a:t>
            </a:r>
          </a:p>
          <a:p>
            <a:r>
              <a:rPr lang="en-US" sz="1013" dirty="0"/>
              <a:t> Community law  should check  the use of  loudspeakers, outdoor parties as  well  as  political  public announcements.</a:t>
            </a:r>
          </a:p>
          <a:p>
            <a:r>
              <a:rPr lang="en-US" sz="1013" dirty="0"/>
              <a:t> 6.</a:t>
            </a:r>
            <a:r>
              <a:rPr lang="en-US" sz="1013" u="sng" dirty="0">
                <a:solidFill>
                  <a:schemeClr val="accent2">
                    <a:lumMod val="75000"/>
                  </a:schemeClr>
                </a:solidFill>
              </a:rPr>
              <a:t>Control  of  Noise  level near  sensitive areas</a:t>
            </a:r>
            <a:r>
              <a:rPr lang="en-US" sz="1013" dirty="0"/>
              <a:t>: </a:t>
            </a:r>
          </a:p>
          <a:p>
            <a:r>
              <a:rPr lang="en-US" sz="1013" dirty="0"/>
              <a:t>There should be control  on noise level  (Silent  zones) near schools, hospitals.  Place  noise limits boards  near sensitive areas.</a:t>
            </a:r>
          </a:p>
          <a:p>
            <a:r>
              <a:rPr lang="en-US" sz="1013" dirty="0"/>
              <a:t> </a:t>
            </a:r>
          </a:p>
        </p:txBody>
      </p:sp>
    </p:spTree>
    <p:extLst>
      <p:ext uri="{BB962C8B-B14F-4D97-AF65-F5344CB8AC3E}">
        <p14:creationId xmlns:p14="http://schemas.microsoft.com/office/powerpoint/2010/main" val="13912100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57F2F1-1064-4C5A-8171-6E2E96BD6C47}"/>
              </a:ext>
            </a:extLst>
          </p:cNvPr>
          <p:cNvSpPr txBox="1"/>
          <p:nvPr/>
        </p:nvSpPr>
        <p:spPr>
          <a:xfrm>
            <a:off x="1716251" y="2548692"/>
            <a:ext cx="3432498" cy="1962845"/>
          </a:xfrm>
          <a:prstGeom prst="rect">
            <a:avLst/>
          </a:prstGeom>
          <a:noFill/>
        </p:spPr>
        <p:txBody>
          <a:bodyPr wrap="square">
            <a:spAutoFit/>
          </a:bodyPr>
          <a:lstStyle/>
          <a:p>
            <a:r>
              <a:rPr lang="en-US" sz="1013" dirty="0"/>
              <a:t> 7</a:t>
            </a:r>
            <a:r>
              <a:rPr lang="en-US" sz="1013" u="sng" dirty="0">
                <a:solidFill>
                  <a:schemeClr val="accent2">
                    <a:lumMod val="75000"/>
                  </a:schemeClr>
                </a:solidFill>
              </a:rPr>
              <a:t>. Go green by planting trees </a:t>
            </a:r>
            <a:r>
              <a:rPr lang="en-US" sz="1013" dirty="0"/>
              <a:t>:      </a:t>
            </a:r>
          </a:p>
          <a:p>
            <a:r>
              <a:rPr lang="en-US" sz="1013" dirty="0"/>
              <a:t>We can plant more  trees as  they  are  good noise absorbents. According  to  studies, it can reduce noise by  5 to 10  decibels  Db around them.</a:t>
            </a:r>
          </a:p>
          <a:p>
            <a:r>
              <a:rPr lang="en-US" sz="1013" dirty="0"/>
              <a:t> 8</a:t>
            </a:r>
            <a:r>
              <a:rPr lang="en-US" sz="1013" u="sng" dirty="0">
                <a:solidFill>
                  <a:schemeClr val="accent2">
                    <a:lumMod val="75000"/>
                  </a:schemeClr>
                </a:solidFill>
              </a:rPr>
              <a:t>. Create healthy noise  to eliminate unwanted noise</a:t>
            </a:r>
            <a:r>
              <a:rPr lang="en-US" sz="1013" dirty="0"/>
              <a:t>:</a:t>
            </a:r>
          </a:p>
          <a:p>
            <a:r>
              <a:rPr lang="en-US" sz="1013" dirty="0"/>
              <a:t> If  we can’t eliminate  unwanted  noise coming  from outside then we can  create  healthier noise such  as music, singing  birds  or waterfalls  in homes  or offices.</a:t>
            </a:r>
          </a:p>
          <a:p>
            <a:r>
              <a:rPr lang="en-US" sz="1013" dirty="0"/>
              <a:t> 9. </a:t>
            </a:r>
            <a:r>
              <a:rPr lang="en-US" sz="1013" u="sng" dirty="0">
                <a:solidFill>
                  <a:schemeClr val="accent2">
                    <a:lumMod val="75000"/>
                  </a:schemeClr>
                </a:solidFill>
              </a:rPr>
              <a:t>Use  Noise Absorbents in Noisy  Machineries</a:t>
            </a:r>
            <a:r>
              <a:rPr lang="en-US" sz="1013" dirty="0"/>
              <a:t>:</a:t>
            </a:r>
          </a:p>
          <a:p>
            <a:r>
              <a:rPr lang="en-US" sz="1013" dirty="0"/>
              <a:t> We can check  for pieces of  machinery  which are creating noise due  to vibrations  and put some noise absorbents  to reduce noise. </a:t>
            </a:r>
          </a:p>
        </p:txBody>
      </p:sp>
    </p:spTree>
    <p:extLst>
      <p:ext uri="{BB962C8B-B14F-4D97-AF65-F5344CB8AC3E}">
        <p14:creationId xmlns:p14="http://schemas.microsoft.com/office/powerpoint/2010/main" val="2562502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B4BB79-CEDF-448F-9B6E-F1655D5BA6EF}"/>
              </a:ext>
            </a:extLst>
          </p:cNvPr>
          <p:cNvSpPr txBox="1"/>
          <p:nvPr/>
        </p:nvSpPr>
        <p:spPr>
          <a:xfrm>
            <a:off x="1716251" y="2548692"/>
            <a:ext cx="3432498" cy="1962845"/>
          </a:xfrm>
          <a:prstGeom prst="rect">
            <a:avLst/>
          </a:prstGeom>
          <a:noFill/>
        </p:spPr>
        <p:txBody>
          <a:bodyPr wrap="square">
            <a:spAutoFit/>
          </a:bodyPr>
          <a:lstStyle/>
          <a:p>
            <a:r>
              <a:rPr lang="en-US" sz="1013" dirty="0"/>
              <a:t>10.</a:t>
            </a:r>
            <a:r>
              <a:rPr lang="en-US" sz="1013" u="sng" dirty="0">
                <a:solidFill>
                  <a:schemeClr val="accent2">
                    <a:lumMod val="75000"/>
                  </a:schemeClr>
                </a:solidFill>
              </a:rPr>
              <a:t>Use  Proper  Lubrication and Better Management</a:t>
            </a:r>
            <a:r>
              <a:rPr lang="en-US" sz="1013" dirty="0"/>
              <a:t>: </a:t>
            </a:r>
          </a:p>
          <a:p>
            <a:r>
              <a:rPr lang="en-US" sz="1013" dirty="0"/>
              <a:t>We can use proper  lubrication  as  well  as  better maintenance  of  machines  to reduce noise pollution and improve efficiency. It reduces  friction  between movable parts  and helps  to reduce noise. </a:t>
            </a:r>
          </a:p>
          <a:p>
            <a:r>
              <a:rPr lang="en-US" sz="1013" dirty="0"/>
              <a:t>11</a:t>
            </a:r>
            <a:r>
              <a:rPr lang="en-US" sz="1013" u="sng" dirty="0">
                <a:solidFill>
                  <a:schemeClr val="accent2">
                    <a:lumMod val="75000"/>
                  </a:schemeClr>
                </a:solidFill>
              </a:rPr>
              <a:t>. Notify authorities about </a:t>
            </a:r>
            <a:r>
              <a:rPr lang="en-US" sz="1013" u="sng" dirty="0" err="1">
                <a:solidFill>
                  <a:schemeClr val="accent2">
                    <a:lumMod val="75000"/>
                  </a:schemeClr>
                </a:solidFill>
              </a:rPr>
              <a:t>disobedie</a:t>
            </a:r>
            <a:r>
              <a:rPr lang="en-US" sz="1013" u="sng" dirty="0">
                <a:solidFill>
                  <a:schemeClr val="accent2">
                    <a:lumMod val="75000"/>
                  </a:schemeClr>
                </a:solidFill>
              </a:rPr>
              <a:t> noise  rules</a:t>
            </a:r>
            <a:r>
              <a:rPr lang="en-US" sz="1013" dirty="0"/>
              <a:t>: </a:t>
            </a:r>
          </a:p>
          <a:p>
            <a:r>
              <a:rPr lang="en-US" sz="1013" dirty="0"/>
              <a:t>necessary  of We can notify  government agencies if  someone is  not following  rules  and regulation regarding  noise levels.</a:t>
            </a:r>
          </a:p>
          <a:p>
            <a:r>
              <a:rPr lang="en-US" sz="1013" dirty="0"/>
              <a:t> 12</a:t>
            </a:r>
            <a:r>
              <a:rPr lang="en-US" sz="1013" u="sng" dirty="0">
                <a:solidFill>
                  <a:schemeClr val="accent2">
                    <a:lumMod val="75000"/>
                  </a:schemeClr>
                </a:solidFill>
              </a:rPr>
              <a:t>. Regularly check  noise  levels </a:t>
            </a:r>
            <a:r>
              <a:rPr lang="en-US" sz="1013" dirty="0"/>
              <a:t>:</a:t>
            </a:r>
          </a:p>
          <a:p>
            <a:r>
              <a:rPr lang="en-US" sz="1013" dirty="0"/>
              <a:t> Regularly  checking  noise level  in an industrial  complex and indoor to  keep noise  level  within  the  limit. It is</a:t>
            </a:r>
          </a:p>
        </p:txBody>
      </p:sp>
    </p:spTree>
    <p:extLst>
      <p:ext uri="{BB962C8B-B14F-4D97-AF65-F5344CB8AC3E}">
        <p14:creationId xmlns:p14="http://schemas.microsoft.com/office/powerpoint/2010/main" val="37536678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8DC6A0-75CF-4BEF-80DA-0F49DAEBFEDE}"/>
              </a:ext>
            </a:extLst>
          </p:cNvPr>
          <p:cNvSpPr txBox="1"/>
          <p:nvPr/>
        </p:nvSpPr>
        <p:spPr>
          <a:xfrm>
            <a:off x="1712752" y="2456185"/>
            <a:ext cx="3432498" cy="2274597"/>
          </a:xfrm>
          <a:prstGeom prst="rect">
            <a:avLst/>
          </a:prstGeom>
          <a:noFill/>
        </p:spPr>
        <p:txBody>
          <a:bodyPr wrap="square">
            <a:spAutoFit/>
          </a:bodyPr>
          <a:lstStyle/>
          <a:p>
            <a:r>
              <a:rPr lang="en-US" sz="1013" dirty="0"/>
              <a:t>necessary  to control  the  noises  created around us. It is necessary  to aware  people around us  through various mediums. We can start  from ourselves  to spread awareness  about noise pollution and its effects on human and the  environment. Limit for noise at daytime is  55  dB  and in the  night it is  30  dB  to avoid health effects . </a:t>
            </a:r>
          </a:p>
          <a:p>
            <a:endParaRPr lang="en-US" sz="1013" dirty="0"/>
          </a:p>
          <a:p>
            <a:endParaRPr lang="en-US" sz="1013" dirty="0"/>
          </a:p>
          <a:p>
            <a:endParaRPr lang="en-US" sz="1013" dirty="0"/>
          </a:p>
          <a:p>
            <a:endParaRPr lang="en-US" sz="1013" dirty="0"/>
          </a:p>
          <a:p>
            <a:endParaRPr lang="en-US" sz="1013" dirty="0"/>
          </a:p>
          <a:p>
            <a:endParaRPr lang="en-US" sz="1013" dirty="0"/>
          </a:p>
          <a:p>
            <a:r>
              <a:rPr lang="en-US" sz="1013" dirty="0"/>
              <a:t>           </a:t>
            </a:r>
          </a:p>
        </p:txBody>
      </p:sp>
      <p:pic>
        <p:nvPicPr>
          <p:cNvPr id="4" name="Picture 3">
            <a:extLst>
              <a:ext uri="{FF2B5EF4-FFF2-40B4-BE49-F238E27FC236}">
                <a16:creationId xmlns:a16="http://schemas.microsoft.com/office/drawing/2014/main" id="{B442D4E4-9D60-4B8E-A9AE-669E1E2FBBB0}"/>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47446" y="3586963"/>
            <a:ext cx="2963110" cy="1102526"/>
          </a:xfrm>
          <a:prstGeom prst="rect">
            <a:avLst/>
          </a:prstGeom>
        </p:spPr>
      </p:pic>
    </p:spTree>
    <p:extLst>
      <p:ext uri="{BB962C8B-B14F-4D97-AF65-F5344CB8AC3E}">
        <p14:creationId xmlns:p14="http://schemas.microsoft.com/office/powerpoint/2010/main" val="9038375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2022AE-0B50-46CB-86F2-0D537B8A5D1B}"/>
              </a:ext>
            </a:extLst>
          </p:cNvPr>
          <p:cNvSpPr txBox="1"/>
          <p:nvPr/>
        </p:nvSpPr>
        <p:spPr>
          <a:xfrm>
            <a:off x="1688841" y="2282210"/>
            <a:ext cx="3247053" cy="1651093"/>
          </a:xfrm>
          <a:prstGeom prst="rect">
            <a:avLst/>
          </a:prstGeom>
          <a:noFill/>
        </p:spPr>
        <p:txBody>
          <a:bodyPr wrap="square">
            <a:spAutoFit/>
          </a:bodyPr>
          <a:lstStyle/>
          <a:p>
            <a:r>
              <a:rPr lang="en-US" sz="1013" dirty="0"/>
              <a:t> </a:t>
            </a:r>
          </a:p>
          <a:p>
            <a:endParaRPr lang="en-US" sz="1013" dirty="0"/>
          </a:p>
          <a:p>
            <a:pPr algn="ctr"/>
            <a:r>
              <a:rPr lang="en-US" sz="1013" u="sng" dirty="0">
                <a:solidFill>
                  <a:schemeClr val="accent5">
                    <a:lumMod val="75000"/>
                  </a:schemeClr>
                </a:solidFill>
                <a:latin typeface="Arial Black" panose="020B0A04020102020204" pitchFamily="34" charset="0"/>
              </a:rPr>
              <a:t>NOISE POLLIUTION IN RURAL AREA</a:t>
            </a:r>
          </a:p>
          <a:p>
            <a:endParaRPr lang="en-US" sz="1013" dirty="0"/>
          </a:p>
          <a:p>
            <a:endParaRPr lang="en-US" sz="1013" dirty="0"/>
          </a:p>
          <a:p>
            <a:r>
              <a:rPr lang="en-US" sz="1013" dirty="0"/>
              <a:t>Probable sources of noise pollution in and around rural areas include brick factories, mining and laterite stone cutting, sand mining, poultry, and movement of vehicles. Occasionally festive and private celebrations also contribute to the noise levels.</a:t>
            </a:r>
          </a:p>
        </p:txBody>
      </p:sp>
      <p:pic>
        <p:nvPicPr>
          <p:cNvPr id="5" name="Picture 4">
            <a:extLst>
              <a:ext uri="{FF2B5EF4-FFF2-40B4-BE49-F238E27FC236}">
                <a16:creationId xmlns:a16="http://schemas.microsoft.com/office/drawing/2014/main" id="{78339E82-29C2-42BD-BFA8-C949FEFA82F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2314578" y="4068526"/>
            <a:ext cx="1056691" cy="1100344"/>
          </a:xfrm>
          <a:prstGeom prst="rect">
            <a:avLst/>
          </a:prstGeom>
        </p:spPr>
      </p:pic>
    </p:spTree>
    <p:extLst>
      <p:ext uri="{BB962C8B-B14F-4D97-AF65-F5344CB8AC3E}">
        <p14:creationId xmlns:p14="http://schemas.microsoft.com/office/powerpoint/2010/main" val="37995513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180AA9-0220-4A33-80ED-31D2FBB9D5E4}"/>
              </a:ext>
            </a:extLst>
          </p:cNvPr>
          <p:cNvSpPr txBox="1"/>
          <p:nvPr/>
        </p:nvSpPr>
        <p:spPr>
          <a:xfrm>
            <a:off x="1716251" y="2314972"/>
            <a:ext cx="3432498" cy="2430474"/>
          </a:xfrm>
          <a:prstGeom prst="rect">
            <a:avLst/>
          </a:prstGeom>
          <a:noFill/>
        </p:spPr>
        <p:txBody>
          <a:bodyPr wrap="square">
            <a:spAutoFit/>
          </a:bodyPr>
          <a:lstStyle/>
          <a:p>
            <a:pPr algn="ctr"/>
            <a:r>
              <a:rPr lang="en-US" sz="1013" u="sng" dirty="0">
                <a:solidFill>
                  <a:schemeClr val="accent5">
                    <a:lumMod val="75000"/>
                  </a:schemeClr>
                </a:solidFill>
                <a:latin typeface="Arial Black" panose="020B0A04020102020204" pitchFamily="34" charset="0"/>
              </a:rPr>
              <a:t> NOISE  POLLUTION IN URBAN INDIA </a:t>
            </a:r>
          </a:p>
          <a:p>
            <a:r>
              <a:rPr lang="en-US" sz="1013" u="sng" dirty="0">
                <a:solidFill>
                  <a:schemeClr val="accent5">
                    <a:lumMod val="75000"/>
                  </a:schemeClr>
                </a:solidFill>
              </a:rPr>
              <a:t> </a:t>
            </a:r>
          </a:p>
          <a:p>
            <a:r>
              <a:rPr lang="en-US" sz="1013" dirty="0"/>
              <a:t>The urban areas  of  India  have become highly populated in past few decades.  In  the  last decade, it rose by 31.8%.  This  has  led to  certain environmental and health issues that also  include environmental pollution. Some causes are  unavoidable  and are required to be followed for the  developmental activities. So,  it is  not possible to  completely  avoid them. But, some preventive measures  sure  can be taken to  control  and minimize the extent of  it. As  per the  Prevention an d Control  of  Pollution  Act implemented in 1981,  the  noise is  termed as  an ‘air pollutant’. It  is  that unpleasant,  distracting  and unnecessary  sound  that ought to  be avoided due  to its sleep depriving  and concentration-lowering  impact.</a:t>
            </a:r>
          </a:p>
        </p:txBody>
      </p:sp>
    </p:spTree>
    <p:extLst>
      <p:ext uri="{BB962C8B-B14F-4D97-AF65-F5344CB8AC3E}">
        <p14:creationId xmlns:p14="http://schemas.microsoft.com/office/powerpoint/2010/main" val="24145378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1D6FDF-26B6-4B5D-8F73-D0F05D125366}"/>
              </a:ext>
            </a:extLst>
          </p:cNvPr>
          <p:cNvSpPr txBox="1"/>
          <p:nvPr/>
        </p:nvSpPr>
        <p:spPr>
          <a:xfrm>
            <a:off x="1614196" y="1511559"/>
            <a:ext cx="3415004" cy="3521605"/>
          </a:xfrm>
          <a:prstGeom prst="rect">
            <a:avLst/>
          </a:prstGeom>
          <a:noFill/>
        </p:spPr>
        <p:txBody>
          <a:bodyPr wrap="square">
            <a:spAutoFit/>
          </a:bodyPr>
          <a:lstStyle/>
          <a:p>
            <a:r>
              <a:rPr lang="en-US" sz="1013" dirty="0"/>
              <a:t>The person gets  annoy ed due  to the  persistent uneasiness  caused by  them. According  to the  WHO guidelines, for  a  sound  sleep, the noise in that room should not be  more than 30dBA. For maintaining concentration in any  classroom, it should not exceed 35dBA. The noise levels  more than these limits  on  a continuous  basis, may  harm mental  as  well  as  physical health on a  short term and  long  term basis. Sadly enough, this  issue  is  not taken that seriously  in front  of other  forms  of  pollution </a:t>
            </a:r>
            <a:r>
              <a:rPr lang="en-US" sz="1013" dirty="0" err="1"/>
              <a:t>pollution</a:t>
            </a:r>
            <a:r>
              <a:rPr lang="en-US" sz="1013" dirty="0"/>
              <a:t>. air pollution  and water pollution.</a:t>
            </a:r>
          </a:p>
          <a:p>
            <a:endParaRPr lang="en-US" sz="1013" dirty="0"/>
          </a:p>
          <a:p>
            <a:pPr algn="ctr"/>
            <a:r>
              <a:rPr lang="en-US" sz="1013" u="sng" dirty="0">
                <a:solidFill>
                  <a:schemeClr val="accent5">
                    <a:lumMod val="75000"/>
                  </a:schemeClr>
                </a:solidFill>
                <a:latin typeface="Arial Black" panose="020B0A04020102020204" pitchFamily="34" charset="0"/>
              </a:rPr>
              <a:t>Governmental  Actions  on Noise  Pollution in India</a:t>
            </a:r>
          </a:p>
          <a:p>
            <a:endParaRPr lang="en-US" sz="1013" dirty="0"/>
          </a:p>
          <a:p>
            <a:r>
              <a:rPr lang="en-US" sz="1013" dirty="0"/>
              <a:t> In March  2011, the  Central  Pollution Control  Board established the first part  of  noise pollution monitoring network  in 35  major cities  in  India  including  all  the metros  like Delhi, Kolkata, Mumbai, Hyderabad, Bengaluru, Lucknow  and Chennai. The system is  a  part of  the  National  Environmental  Policy  adopted in 2006. It is  expected that by  the  establishment of  second  and third parts, the  number  of  locations  to be monitored </a:t>
            </a:r>
          </a:p>
        </p:txBody>
      </p:sp>
    </p:spTree>
    <p:extLst>
      <p:ext uri="{BB962C8B-B14F-4D97-AF65-F5344CB8AC3E}">
        <p14:creationId xmlns:p14="http://schemas.microsoft.com/office/powerpoint/2010/main" val="2161710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0F19588-4F92-4ABD-BC0F-80AA4C364D67}"/>
              </a:ext>
            </a:extLst>
          </p:cNvPr>
          <p:cNvSpPr txBox="1"/>
          <p:nvPr/>
        </p:nvSpPr>
        <p:spPr>
          <a:xfrm>
            <a:off x="1716251" y="2159161"/>
            <a:ext cx="3432498" cy="2898101"/>
          </a:xfrm>
          <a:prstGeom prst="rect">
            <a:avLst/>
          </a:prstGeom>
          <a:noFill/>
        </p:spPr>
        <p:txBody>
          <a:bodyPr wrap="square">
            <a:spAutoFit/>
          </a:bodyPr>
          <a:lstStyle/>
          <a:p>
            <a:r>
              <a:rPr lang="en-US" sz="1013" dirty="0"/>
              <a:t>will  be  increased160  cities  covering  various part of Indian states. </a:t>
            </a:r>
          </a:p>
          <a:p>
            <a:r>
              <a:rPr lang="en-US" sz="1013" dirty="0"/>
              <a:t>Under  the  Environmental  Protection  Act, the  Central Government came up with Noise Pollution  (Regulation and Control)  Rules 2000  which were  to be implemented once  they  got published in the  official gazette. These rules  are  meant for the following:</a:t>
            </a:r>
          </a:p>
          <a:p>
            <a:endParaRPr lang="en-US" sz="1013" dirty="0"/>
          </a:p>
          <a:p>
            <a:r>
              <a:rPr lang="en-US" sz="1013" dirty="0"/>
              <a:t> Implementation  of  noise standards  in different  zones or areas. Restrict the use of  loud over-- speakers. Restrict the usage of  horns,  sound  creating equipment's  for construction  and foretaste Pollution crackers. Allotting responsibility ion  Control  Boards  or Committees and the  Central  Pollution Control  Board, for collecting, processing  and providing  the  statistical  data about the noise pollution, so  that adequate  measures  may  be taken to  prevent and  control  it. On violation of  these rules , the  person shall  be liable  for penalty  as  per the Act. </a:t>
            </a:r>
          </a:p>
        </p:txBody>
      </p:sp>
    </p:spTree>
    <p:extLst>
      <p:ext uri="{BB962C8B-B14F-4D97-AF65-F5344CB8AC3E}">
        <p14:creationId xmlns:p14="http://schemas.microsoft.com/office/powerpoint/2010/main" val="31550644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0765D3-5013-44FB-A033-88A0A27FE158}"/>
              </a:ext>
            </a:extLst>
          </p:cNvPr>
          <p:cNvSpPr txBox="1"/>
          <p:nvPr/>
        </p:nvSpPr>
        <p:spPr>
          <a:xfrm>
            <a:off x="1716251" y="2626596"/>
            <a:ext cx="3432498" cy="1806970"/>
          </a:xfrm>
          <a:prstGeom prst="rect">
            <a:avLst/>
          </a:prstGeom>
          <a:noFill/>
        </p:spPr>
        <p:txBody>
          <a:bodyPr wrap="square">
            <a:spAutoFit/>
          </a:bodyPr>
          <a:lstStyle/>
          <a:p>
            <a:pPr algn="ctr"/>
            <a:r>
              <a:rPr lang="en-US" sz="1013" u="sng" dirty="0">
                <a:solidFill>
                  <a:schemeClr val="accent5">
                    <a:lumMod val="75000"/>
                  </a:schemeClr>
                </a:solidFill>
                <a:latin typeface="Arial Black" panose="020B0A04020102020204" pitchFamily="34" charset="0"/>
              </a:rPr>
              <a:t> GREEN MUFFLER  SCHEME </a:t>
            </a:r>
          </a:p>
          <a:p>
            <a:endParaRPr lang="en-US" sz="1013" dirty="0">
              <a:solidFill>
                <a:schemeClr val="accent5">
                  <a:lumMod val="75000"/>
                </a:schemeClr>
              </a:solidFill>
            </a:endParaRPr>
          </a:p>
          <a:p>
            <a:endParaRPr lang="en-US" sz="1013" dirty="0"/>
          </a:p>
          <a:p>
            <a:r>
              <a:rPr lang="en-US" sz="1013" dirty="0"/>
              <a:t>Group  of  Ashoka  Trees  with  new  leaves Green Muffler is  a  technique of  reducing  noise pollution by  planting 46  rows  around the populated areas  or noisy  places  like along roadsides,  industrial areas, societies  near highways,  etc. so  that dense trees reduce  noise pollution  as  they  filter out the  noise and obstruct  it reaching  the  citizens. Under  this  scheme Ashoka  and  Neem plants are planted near the  house or resident  localities  to  reduce noise pollution. </a:t>
            </a:r>
          </a:p>
        </p:txBody>
      </p:sp>
    </p:spTree>
    <p:extLst>
      <p:ext uri="{BB962C8B-B14F-4D97-AF65-F5344CB8AC3E}">
        <p14:creationId xmlns:p14="http://schemas.microsoft.com/office/powerpoint/2010/main" val="16099493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828EF8-DD81-4C8E-87E1-ABDA25742E4D}"/>
              </a:ext>
            </a:extLst>
          </p:cNvPr>
          <p:cNvSpPr txBox="1"/>
          <p:nvPr/>
        </p:nvSpPr>
        <p:spPr>
          <a:xfrm>
            <a:off x="1716251" y="2314974"/>
            <a:ext cx="3432498" cy="2118722"/>
          </a:xfrm>
          <a:prstGeom prst="rect">
            <a:avLst/>
          </a:prstGeom>
          <a:noFill/>
        </p:spPr>
        <p:txBody>
          <a:bodyPr wrap="square">
            <a:spAutoFit/>
          </a:bodyPr>
          <a:lstStyle/>
          <a:p>
            <a:r>
              <a:rPr lang="en-US" sz="1013" dirty="0"/>
              <a:t>They control  noise pollution.  Even urban noises  are muffled by  trees  just like  stone  walls .An advantage  of  using  plants  as  noise blockers  is  that they  absorb sounds  best in the  high frequencies that people find  it annoying .Ever green shrubs  that too  with broader  leaves provide year round noise protection  so,  they  are  best to plant. Trees absorb sound  waves  with their branches  and foliage. Plant trees with no space  or less  space  to reduce noise pollution. In fact  soft ground is  an efficient  noise absorber. So, avoid hard  surfaces  to  plant trees.  Also,  cultivate  the ground before planting and  adding  organic matter  to the  surface  of  the  soil  may  also  help to reduce noise when vegetations  will  be established. </a:t>
            </a:r>
          </a:p>
        </p:txBody>
      </p:sp>
    </p:spTree>
    <p:extLst>
      <p:ext uri="{BB962C8B-B14F-4D97-AF65-F5344CB8AC3E}">
        <p14:creationId xmlns:p14="http://schemas.microsoft.com/office/powerpoint/2010/main" val="13540590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2EC1FA-9B83-49BE-8CBD-A52A71BC9BB4}"/>
              </a:ext>
            </a:extLst>
          </p:cNvPr>
          <p:cNvSpPr txBox="1"/>
          <p:nvPr/>
        </p:nvSpPr>
        <p:spPr>
          <a:xfrm>
            <a:off x="1716251" y="2392880"/>
            <a:ext cx="3432498" cy="2118722"/>
          </a:xfrm>
          <a:prstGeom prst="rect">
            <a:avLst/>
          </a:prstGeom>
          <a:noFill/>
        </p:spPr>
        <p:txBody>
          <a:bodyPr wrap="square">
            <a:spAutoFit/>
          </a:bodyPr>
          <a:lstStyle/>
          <a:p>
            <a:pPr algn="ctr"/>
            <a:r>
              <a:rPr lang="en-US" sz="1013" dirty="0">
                <a:solidFill>
                  <a:schemeClr val="accent5">
                    <a:lumMod val="75000"/>
                  </a:schemeClr>
                </a:solidFill>
              </a:rPr>
              <a:t>  </a:t>
            </a:r>
            <a:r>
              <a:rPr lang="en-US" sz="1013" u="sng" dirty="0">
                <a:solidFill>
                  <a:schemeClr val="accent5">
                    <a:lumMod val="75000"/>
                  </a:schemeClr>
                </a:solidFill>
                <a:latin typeface="Arial Black" panose="020B0A04020102020204" pitchFamily="34" charset="0"/>
              </a:rPr>
              <a:t>CONCLUSION</a:t>
            </a:r>
          </a:p>
          <a:p>
            <a:r>
              <a:rPr lang="en-US" sz="1013" dirty="0"/>
              <a:t> • Improved traffic management practices one way  traffic movement buses such as , proper  management of in the  traffic stream may  reduce level  to some extent. Proper nosebags traffic nonseries  should be constructed under flyovers  to  mitigate the traffic noise level.</a:t>
            </a:r>
          </a:p>
          <a:p>
            <a:r>
              <a:rPr lang="en-US" sz="1013" dirty="0"/>
              <a:t> • • The Factories Act,1948  does not contain a  specific provision  of  noise control  while  it has  been found in a  number  of  cases that high  intensities, high frequencies, high intermittency  of  noise are the factor of  annoyance  for the workers. The Central  and the  State  Boards  now  exercise the powers and functions  under Section 16  and 17 the  Air Act, respectively  with regard to the</a:t>
            </a:r>
          </a:p>
        </p:txBody>
      </p:sp>
    </p:spTree>
    <p:extLst>
      <p:ext uri="{BB962C8B-B14F-4D97-AF65-F5344CB8AC3E}">
        <p14:creationId xmlns:p14="http://schemas.microsoft.com/office/powerpoint/2010/main" val="2066060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985701-2747-4673-8BBE-8DDDF65EB563}"/>
              </a:ext>
            </a:extLst>
          </p:cNvPr>
          <p:cNvSpPr txBox="1"/>
          <p:nvPr/>
        </p:nvSpPr>
        <p:spPr>
          <a:xfrm>
            <a:off x="1343609" y="1769633"/>
            <a:ext cx="3805140" cy="3833357"/>
          </a:xfrm>
          <a:prstGeom prst="rect">
            <a:avLst/>
          </a:prstGeom>
          <a:noFill/>
        </p:spPr>
        <p:txBody>
          <a:bodyPr wrap="square">
            <a:spAutoFit/>
          </a:bodyPr>
          <a:lstStyle/>
          <a:p>
            <a:r>
              <a:rPr lang="en-US" sz="1013" dirty="0"/>
              <a:t>prevention and control of noise pollution including the laying down of noise standards.</a:t>
            </a:r>
          </a:p>
          <a:p>
            <a:r>
              <a:rPr lang="en-US" sz="1013" dirty="0"/>
              <a:t> • Noise adversely affects general health and well being in the same way as does chronic stress. It adversely affects future generations by degrading residential, social, and learning environments with corresponding economic losses.</a:t>
            </a:r>
          </a:p>
          <a:p>
            <a:endParaRPr lang="en-US" sz="1013" dirty="0"/>
          </a:p>
          <a:p>
            <a:r>
              <a:rPr lang="en-US" sz="1013" dirty="0"/>
              <a:t>                          </a:t>
            </a:r>
            <a:r>
              <a:rPr lang="en-US" sz="1013" u="sng" dirty="0">
                <a:solidFill>
                  <a:schemeClr val="accent5">
                    <a:lumMod val="75000"/>
                  </a:schemeClr>
                </a:solidFill>
                <a:latin typeface="Arial Black" panose="020B0A04020102020204" pitchFamily="34" charset="0"/>
              </a:rPr>
              <a:t>BIBLIOGRAPHY  </a:t>
            </a:r>
          </a:p>
          <a:p>
            <a:endParaRPr lang="en-US" sz="1013" dirty="0"/>
          </a:p>
          <a:p>
            <a:r>
              <a:rPr lang="en-US" sz="1013" dirty="0"/>
              <a:t>I have used the following websites to do the project work:-  </a:t>
            </a:r>
          </a:p>
          <a:p>
            <a:r>
              <a:rPr lang="en-US" sz="1013" dirty="0"/>
              <a:t> </a:t>
            </a:r>
            <a:r>
              <a:rPr lang="en-US" sz="1013" u="sng" dirty="0">
                <a:solidFill>
                  <a:srgbClr val="00B0F0"/>
                </a:solidFill>
              </a:rPr>
              <a:t>•  https://en.m.wikipedia.org/wiki/Noise_pollution</a:t>
            </a:r>
          </a:p>
          <a:p>
            <a:r>
              <a:rPr lang="en-US" sz="1013" u="sng" dirty="0">
                <a:solidFill>
                  <a:srgbClr val="00B0F0"/>
                </a:solidFill>
              </a:rPr>
              <a:t> • https://www.shutterstock.com/search/noise+pollution </a:t>
            </a:r>
          </a:p>
          <a:p>
            <a:r>
              <a:rPr lang="en-US" sz="1013" u="sng" dirty="0"/>
              <a:t>• </a:t>
            </a:r>
            <a:r>
              <a:rPr lang="en-US" sz="1013" u="sng" dirty="0">
                <a:hlinkClick r:id="rId2"/>
              </a:rPr>
              <a:t>https://www.nationalgeographic.org/encyclopedia /noise-pollution/</a:t>
            </a:r>
            <a:endParaRPr lang="en-US" sz="1013" u="sng" dirty="0"/>
          </a:p>
          <a:p>
            <a:r>
              <a:rPr lang="en-US" sz="1013" dirty="0"/>
              <a:t> •</a:t>
            </a:r>
          </a:p>
          <a:p>
            <a:r>
              <a:rPr lang="en-US" sz="1013" dirty="0"/>
              <a:t> </a:t>
            </a:r>
            <a:r>
              <a:rPr lang="en-US" sz="1013" dirty="0">
                <a:hlinkClick r:id="rId3"/>
              </a:rPr>
              <a:t>https://m.jagranjosh.com/generalknowledge/amp/what-is-green-muffler-and-howit-controls-noise-pollution-1489485937-1</a:t>
            </a:r>
            <a:endParaRPr lang="en-US" sz="1013" dirty="0"/>
          </a:p>
          <a:p>
            <a:r>
              <a:rPr lang="en-US" sz="1013" dirty="0"/>
              <a:t> </a:t>
            </a:r>
            <a:r>
              <a:rPr lang="en-US" sz="1013" dirty="0">
                <a:solidFill>
                  <a:schemeClr val="bg2">
                    <a:lumMod val="50000"/>
                  </a:schemeClr>
                </a:solidFill>
              </a:rPr>
              <a:t>•  </a:t>
            </a:r>
            <a:r>
              <a:rPr lang="en-US" sz="1013" u="sng" dirty="0">
                <a:solidFill>
                  <a:srgbClr val="00B0F0"/>
                </a:solidFill>
              </a:rPr>
              <a:t>https://www.medicalnewstoday.com/articles/nois e-pollution-health-effects</a:t>
            </a:r>
          </a:p>
          <a:p>
            <a:r>
              <a:rPr lang="en-US" sz="1013" dirty="0">
                <a:hlinkClick r:id="rId4"/>
              </a:rPr>
              <a:t>https://www.iberdrola.com/environment/whatisnoisepollutioncauseseffects</a:t>
            </a:r>
            <a:endParaRPr lang="en-US" sz="1013" dirty="0"/>
          </a:p>
          <a:p>
            <a:r>
              <a:rPr lang="en-US" sz="1013" dirty="0"/>
              <a:t>   •solutions </a:t>
            </a:r>
            <a:r>
              <a:rPr lang="en-US" sz="1013" u="sng" dirty="0">
                <a:solidFill>
                  <a:srgbClr val="00B0F0"/>
                </a:solidFill>
              </a:rPr>
              <a:t>https://www.iberdrola.com/environment/whatisnoisepollutioncauseseffectssolutions </a:t>
            </a:r>
          </a:p>
        </p:txBody>
      </p:sp>
    </p:spTree>
    <p:extLst>
      <p:ext uri="{BB962C8B-B14F-4D97-AF65-F5344CB8AC3E}">
        <p14:creationId xmlns:p14="http://schemas.microsoft.com/office/powerpoint/2010/main" val="33619542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E12138-14F7-4C09-8490-8CA7FC90D3C2}"/>
              </a:ext>
            </a:extLst>
          </p:cNvPr>
          <p:cNvSpPr txBox="1"/>
          <p:nvPr/>
        </p:nvSpPr>
        <p:spPr>
          <a:xfrm>
            <a:off x="1716251" y="3016127"/>
            <a:ext cx="3432498" cy="1027589"/>
          </a:xfrm>
          <a:prstGeom prst="rect">
            <a:avLst/>
          </a:prstGeom>
          <a:noFill/>
        </p:spPr>
        <p:txBody>
          <a:bodyPr wrap="square">
            <a:spAutoFit/>
          </a:bodyPr>
          <a:lstStyle/>
          <a:p>
            <a:r>
              <a:rPr lang="fr-FR" sz="1013" dirty="0"/>
              <a:t>• </a:t>
            </a:r>
            <a:r>
              <a:rPr lang="fr-FR" sz="1013" dirty="0">
                <a:hlinkClick r:id="rId2"/>
              </a:rPr>
              <a:t>https://www.iberdrola.com/environment/whatisnoisepollutioncauseseffects</a:t>
            </a:r>
            <a:endParaRPr lang="fr-FR" sz="1013" dirty="0"/>
          </a:p>
          <a:p>
            <a:r>
              <a:rPr lang="fr-FR" sz="1013" dirty="0"/>
              <a:t> •solutions</a:t>
            </a:r>
          </a:p>
          <a:p>
            <a:r>
              <a:rPr lang="fr-FR" sz="1013" u="sng" dirty="0">
                <a:solidFill>
                  <a:srgbClr val="00B0F0"/>
                </a:solidFill>
              </a:rPr>
              <a:t>https://www.iberdrola.com/environment/whatisnoisepollutioncauseseffectssolutions </a:t>
            </a:r>
            <a:endParaRPr lang="en-US" sz="1013" u="sng" dirty="0">
              <a:solidFill>
                <a:srgbClr val="00B0F0"/>
              </a:solidFill>
            </a:endParaRPr>
          </a:p>
        </p:txBody>
      </p:sp>
    </p:spTree>
    <p:extLst>
      <p:ext uri="{BB962C8B-B14F-4D97-AF65-F5344CB8AC3E}">
        <p14:creationId xmlns:p14="http://schemas.microsoft.com/office/powerpoint/2010/main" val="257390119"/>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531</TotalTime>
  <Words>4038</Words>
  <Application>Microsoft Office PowerPoint</Application>
  <PresentationFormat>Custom</PresentationFormat>
  <Paragraphs>195</Paragraphs>
  <Slides>33</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Arial Black</vt:lpstr>
      <vt:lpstr>Arial Narrow</vt:lpstr>
      <vt:lpstr>Arial Rounded MT Bold</vt:lpstr>
      <vt:lpstr>Bahnschrift Condensed</vt:lpstr>
      <vt:lpstr>Bahnschrift Light Condensed</vt:lpstr>
      <vt:lpstr>Blackadder ITC</vt:lpstr>
      <vt:lpstr>Calibri</vt:lpstr>
      <vt:lpstr>Calibri Light</vt:lpstr>
      <vt:lpstr>Retrospect</vt:lpstr>
      <vt:lpstr>NOISE POLLIUTION </vt:lpstr>
      <vt:lpstr>ACKNOWLEDGMENT</vt:lpstr>
      <vt:lpstr>INDEX</vt:lpstr>
      <vt:lpstr>INTRODUCTION</vt:lpstr>
      <vt:lpstr>PowerPoint Presentation</vt:lpstr>
      <vt:lpstr>PowerPoint Presentation</vt:lpstr>
      <vt:lpstr>TYPES OF NOISE POLLUTION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RURAL NOISE POLLIUTION</dc:title>
  <dc:creator>Writtik Maity</dc:creator>
  <cp:lastModifiedBy>Writtik Maity</cp:lastModifiedBy>
  <cp:revision>3</cp:revision>
  <dcterms:created xsi:type="dcterms:W3CDTF">2022-12-30T08:32:17Z</dcterms:created>
  <dcterms:modified xsi:type="dcterms:W3CDTF">2023-01-17T06:47:54Z</dcterms:modified>
</cp:coreProperties>
</file>